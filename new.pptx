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48" r:id="rId1"/>
  </p:sldMasterIdLst>
  <p:notesMasterIdLst>
    <p:notesMasterId r:id="rId28"/>
  </p:notesMasterIdLst>
  <p:sldIdLst>
    <p:sldId id="298" r:id="rId2"/>
    <p:sldId id="300" r:id="rId3"/>
    <p:sldId id="301" r:id="rId4"/>
    <p:sldId id="302" r:id="rId5"/>
    <p:sldId id="303" r:id="rId6"/>
    <p:sldId id="304" r:id="rId7"/>
    <p:sldId id="305" r:id="rId8"/>
    <p:sldId id="306" r:id="rId9"/>
    <p:sldId id="308" r:id="rId10"/>
    <p:sldId id="310" r:id="rId11"/>
    <p:sldId id="309" r:id="rId12"/>
    <p:sldId id="307" r:id="rId13"/>
    <p:sldId id="283" r:id="rId14"/>
    <p:sldId id="284" r:id="rId15"/>
    <p:sldId id="285" r:id="rId16"/>
    <p:sldId id="286" r:id="rId17"/>
    <p:sldId id="287" r:id="rId18"/>
    <p:sldId id="288" r:id="rId19"/>
    <p:sldId id="290" r:id="rId20"/>
    <p:sldId id="292" r:id="rId21"/>
    <p:sldId id="291" r:id="rId22"/>
    <p:sldId id="293" r:id="rId23"/>
    <p:sldId id="289" r:id="rId24"/>
    <p:sldId id="294" r:id="rId25"/>
    <p:sldId id="295" r:id="rId26"/>
    <p:sldId id="296"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3840">
          <p15:clr>
            <a:srgbClr val="A4A3A4"/>
          </p15:clr>
        </p15:guide>
        <p15:guide id="3" pos="393" userDrawn="1">
          <p15:clr>
            <a:srgbClr val="A4A3A4"/>
          </p15:clr>
        </p15:guide>
        <p15:guide id="4" pos="7242" userDrawn="1">
          <p15:clr>
            <a:srgbClr val="A4A3A4"/>
          </p15:clr>
        </p15:guide>
        <p15:guide id="5" orient="horz" pos="346" userDrawn="1">
          <p15:clr>
            <a:srgbClr val="A4A3A4"/>
          </p15:clr>
        </p15:guide>
        <p15:guide id="6" orient="horz" pos="3974" userDrawn="1">
          <p15:clr>
            <a:srgbClr val="A4A3A4"/>
          </p15:clr>
        </p15:guide>
        <p15:guide id="7" pos="529">
          <p15:clr>
            <a:srgbClr val="A4A3A4"/>
          </p15:clr>
        </p15:guide>
        <p15:guide id="8" pos="7151">
          <p15:clr>
            <a:srgbClr val="A4A3A4"/>
          </p15:clr>
        </p15:guide>
        <p15:guide id="9" pos="665" userDrawn="1">
          <p15:clr>
            <a:srgbClr val="A4A3A4"/>
          </p15:clr>
        </p15:guide>
        <p15:guide id="10" pos="7015">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VEza6J7bdXGFJa5GEURQDWO5i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77DC1"/>
    <a:srgbClr val="CD1C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8CCF0D-AEA4-48A3-AA94-16AE852BCEBE}">
  <a:tblStyle styleId="{2C8CCF0D-AEA4-48A3-AA94-16AE852BCEB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87" autoAdjust="0"/>
    <p:restoredTop sz="94574"/>
  </p:normalViewPr>
  <p:slideViewPr>
    <p:cSldViewPr snapToGrid="0">
      <p:cViewPr varScale="1">
        <p:scale>
          <a:sx n="115" d="100"/>
          <a:sy n="115" d="100"/>
        </p:scale>
        <p:origin x="-1080" y="-184"/>
      </p:cViewPr>
      <p:guideLst>
        <p:guide pos="3840"/>
        <p:guide pos="393"/>
        <p:guide pos="7242"/>
        <p:guide orient="horz" pos="346"/>
        <p:guide orient="horz" pos="3974"/>
        <p:guide pos="529"/>
        <p:guide pos="7151"/>
        <p:guide pos="665"/>
        <p:guide pos="701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Noto Sans JP" panose="020B0500000000000000" pitchFamily="34" charset="-128"/>
                <a:ea typeface="Noto Sans JP" panose="020B0500000000000000" pitchFamily="34"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Noto Sans JP" panose="020B0500000000000000" pitchFamily="34" charset="-128"/>
                <a:ea typeface="Noto Sans JP" panose="020B0500000000000000" pitchFamily="34"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dirty="0"/>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Noto Sans JP" panose="020B0500000000000000" pitchFamily="34" charset="-128"/>
                <a:ea typeface="Noto Sans JP" panose="020B0500000000000000" pitchFamily="34" charset="-128"/>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ja-JP" altLang="en-US"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lvl1pPr>
              <a:defRPr>
                <a:latin typeface="Noto Sans JP" panose="020B0500000000000000" pitchFamily="34" charset="-128"/>
                <a:ea typeface="Noto Sans JP" panose="020B0500000000000000" pitchFamily="34" charset="-128"/>
              </a:defRPr>
            </a:lvl1pPr>
          </a:lstStyle>
          <a:p>
            <a:pPr algn="r"/>
            <a:fld id="{00000000-1234-1234-1234-123412341234}" type="slidenum">
              <a:rPr lang="en-US" altLang="ja-JP" sz="1200" smtClean="0">
                <a:solidFill>
                  <a:schemeClr val="dk1"/>
                </a:solidFill>
              </a:rPr>
              <a:pPr algn="r"/>
              <a:t>‹#›</a:t>
            </a:fld>
            <a:endParaRPr lang="ja-JP" altLang="en-US" sz="1200" dirty="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idx="12"/>
          </p:nvPr>
        </p:nvSpPr>
        <p:spPr/>
        <p:txBody>
          <a:bodyPr/>
          <a:lstStyle/>
          <a:p>
            <a:pPr algn="r"/>
            <a:fld id="{00000000-1234-1234-1234-123412341234}" type="slidenum">
              <a:rPr lang="en-US" altLang="ja-JP" sz="1200" smtClean="0">
                <a:solidFill>
                  <a:schemeClr val="dk1"/>
                </a:solidFill>
              </a:rPr>
              <a:pPr algn="r"/>
              <a:t>0</a:t>
            </a:fld>
            <a:endParaRPr lang="ja-JP" altLang="en-US" sz="1200" dirty="0">
              <a:solidFill>
                <a:schemeClr val="dk1"/>
              </a:solidFill>
            </a:endParaRPr>
          </a:p>
        </p:txBody>
      </p:sp>
    </p:spTree>
    <p:extLst>
      <p:ext uri="{BB962C8B-B14F-4D97-AF65-F5344CB8AC3E}">
        <p14:creationId xmlns:p14="http://schemas.microsoft.com/office/powerpoint/2010/main" val="2857574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DE597-D101-5CC5-8ED3-36A696DC941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1D2F05-7EA1-FB13-6F7B-97EFAE89B53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59A875-AA1D-DC34-CEA5-80EB235CBEB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32F331-593D-8BD1-03DD-EA3A49B12358}"/>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1</a:t>
            </a:fld>
            <a:endParaRPr lang="ja-JP" altLang="en-US" sz="1200" dirty="0">
              <a:solidFill>
                <a:schemeClr val="dk1"/>
              </a:solidFill>
            </a:endParaRPr>
          </a:p>
        </p:txBody>
      </p:sp>
    </p:spTree>
    <p:extLst>
      <p:ext uri="{BB962C8B-B14F-4D97-AF65-F5344CB8AC3E}">
        <p14:creationId xmlns:p14="http://schemas.microsoft.com/office/powerpoint/2010/main" val="1954634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1A6ED-D22A-DB8F-9E67-44BAA01B07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50F671-DB14-A478-3B13-21BAD7AA6B1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1882E2-7658-4D4F-6487-DAC0481DEC7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C38345A-36FD-F2BA-9291-E569E71A413B}"/>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2</a:t>
            </a:fld>
            <a:endParaRPr lang="ja-JP" altLang="en-US" sz="1200" dirty="0">
              <a:solidFill>
                <a:schemeClr val="dk1"/>
              </a:solidFill>
            </a:endParaRPr>
          </a:p>
        </p:txBody>
      </p:sp>
    </p:spTree>
    <p:extLst>
      <p:ext uri="{BB962C8B-B14F-4D97-AF65-F5344CB8AC3E}">
        <p14:creationId xmlns:p14="http://schemas.microsoft.com/office/powerpoint/2010/main" val="772899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17054-6099-83CC-D674-F6A758AC832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CB769ED-B28F-0DF8-ADEE-60A97BF5C9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0C7487-5EA7-C8F2-AAF2-F74C121C9B4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AFB5AD-B6DD-E049-17DB-04FF4757CC18}"/>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3</a:t>
            </a:fld>
            <a:endParaRPr lang="ja-JP" altLang="en-US" sz="1200" dirty="0">
              <a:solidFill>
                <a:schemeClr val="dk1"/>
              </a:solidFill>
            </a:endParaRPr>
          </a:p>
        </p:txBody>
      </p:sp>
    </p:spTree>
    <p:extLst>
      <p:ext uri="{BB962C8B-B14F-4D97-AF65-F5344CB8AC3E}">
        <p14:creationId xmlns:p14="http://schemas.microsoft.com/office/powerpoint/2010/main" val="2416850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C2F8C-928F-8B30-3917-2B59E480BE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352947-FDA3-480B-FF6E-D5E9001D34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35EE852-DA18-FCD9-50AE-5AC8C839D2B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9DA3FB6-36AD-5BB1-C1BA-D444A283226D}"/>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4</a:t>
            </a:fld>
            <a:endParaRPr lang="ja-JP" altLang="en-US" sz="1200" dirty="0">
              <a:solidFill>
                <a:schemeClr val="dk1"/>
              </a:solidFill>
            </a:endParaRPr>
          </a:p>
        </p:txBody>
      </p:sp>
    </p:spTree>
    <p:extLst>
      <p:ext uri="{BB962C8B-B14F-4D97-AF65-F5344CB8AC3E}">
        <p14:creationId xmlns:p14="http://schemas.microsoft.com/office/powerpoint/2010/main" val="1844650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AB7E-7A59-A3D7-D336-6A7456BB2F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900152-3B03-FF4B-C5EE-70CCA5DC27D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B796F3-6BAE-0086-794E-D85B860F622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D68FA12-BF2D-14AB-0428-1B71543D2A9B}"/>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5</a:t>
            </a:fld>
            <a:endParaRPr lang="ja-JP" altLang="en-US" sz="1200" dirty="0">
              <a:solidFill>
                <a:schemeClr val="dk1"/>
              </a:solidFill>
            </a:endParaRPr>
          </a:p>
        </p:txBody>
      </p:sp>
    </p:spTree>
    <p:extLst>
      <p:ext uri="{BB962C8B-B14F-4D97-AF65-F5344CB8AC3E}">
        <p14:creationId xmlns:p14="http://schemas.microsoft.com/office/powerpoint/2010/main" val="3851433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939B4-11C4-D603-DC36-90E6F8E958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AAA684-36D7-AAC8-2C96-0EDF610B91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5FBE26-C234-ED6A-61FE-97DC171CA4B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1CBA488-FCD5-CBDE-8D13-4CB611C2028F}"/>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6</a:t>
            </a:fld>
            <a:endParaRPr lang="ja-JP" altLang="en-US" sz="1200" dirty="0">
              <a:solidFill>
                <a:schemeClr val="dk1"/>
              </a:solidFill>
            </a:endParaRPr>
          </a:p>
        </p:txBody>
      </p:sp>
    </p:spTree>
    <p:extLst>
      <p:ext uri="{BB962C8B-B14F-4D97-AF65-F5344CB8AC3E}">
        <p14:creationId xmlns:p14="http://schemas.microsoft.com/office/powerpoint/2010/main" val="1981586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CE37D-DE50-194D-725F-D0985D81AD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DAA83F-EC54-7EB8-5BB9-31F553D8423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455028-4B7A-7EF8-A52E-22C7248D7BE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3CDFDE7-38C3-9B14-FF3D-2260560C38A1}"/>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7</a:t>
            </a:fld>
            <a:endParaRPr lang="ja-JP" altLang="en-US" sz="1200" dirty="0">
              <a:solidFill>
                <a:schemeClr val="dk1"/>
              </a:solidFill>
            </a:endParaRPr>
          </a:p>
        </p:txBody>
      </p:sp>
    </p:spTree>
    <p:extLst>
      <p:ext uri="{BB962C8B-B14F-4D97-AF65-F5344CB8AC3E}">
        <p14:creationId xmlns:p14="http://schemas.microsoft.com/office/powerpoint/2010/main" val="1827048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CD206-BAA0-DAE7-049B-1A57D6BCB5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423597-ECEF-B45B-DDCF-64216079D8C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755044-BFE5-B95A-9811-6A4236C037F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BF2561F-8D94-7D72-236D-25CAE47D5159}"/>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8</a:t>
            </a:fld>
            <a:endParaRPr lang="ja-JP" altLang="en-US" sz="1200" dirty="0">
              <a:solidFill>
                <a:schemeClr val="dk1"/>
              </a:solidFill>
            </a:endParaRPr>
          </a:p>
        </p:txBody>
      </p:sp>
    </p:spTree>
    <p:extLst>
      <p:ext uri="{BB962C8B-B14F-4D97-AF65-F5344CB8AC3E}">
        <p14:creationId xmlns:p14="http://schemas.microsoft.com/office/powerpoint/2010/main" val="3546451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44A75-C991-9682-8E1A-97BD48449F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2868A-3394-FDD0-22BB-BB85A9713E0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AC198D-155C-F086-1A97-D36D584582F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073FDC-CA62-412D-BC42-61A1B4207572}"/>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9</a:t>
            </a:fld>
            <a:endParaRPr lang="ja-JP" altLang="en-US" sz="1200" dirty="0">
              <a:solidFill>
                <a:schemeClr val="dk1"/>
              </a:solidFill>
            </a:endParaRPr>
          </a:p>
        </p:txBody>
      </p:sp>
    </p:spTree>
    <p:extLst>
      <p:ext uri="{BB962C8B-B14F-4D97-AF65-F5344CB8AC3E}">
        <p14:creationId xmlns:p14="http://schemas.microsoft.com/office/powerpoint/2010/main" val="2323982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7D830-4084-C4BD-0721-2A5B0A6E4C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97AE73-A410-5AED-D61B-7419DDCB401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4AD3D8-F257-845B-C6F2-A97D2C8528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1D3B4EA-7CFD-BDD2-BAE7-19C5CE59CDA9}"/>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10</a:t>
            </a:fld>
            <a:endParaRPr lang="ja-JP" altLang="en-US" sz="1200" dirty="0">
              <a:solidFill>
                <a:schemeClr val="dk1"/>
              </a:solidFill>
            </a:endParaRPr>
          </a:p>
        </p:txBody>
      </p:sp>
    </p:spTree>
    <p:extLst>
      <p:ext uri="{BB962C8B-B14F-4D97-AF65-F5344CB8AC3E}">
        <p14:creationId xmlns:p14="http://schemas.microsoft.com/office/powerpoint/2010/main" val="2016104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E5E2E-8FC4-4B23-65A9-758863EFDA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243370-8429-F534-7B1A-82D73102CF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6BA4B4-6E19-4500-152B-7A581527959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A8E428F-9679-B088-E36D-A780E62C2396}"/>
              </a:ext>
            </a:extLst>
          </p:cNvPr>
          <p:cNvSpPr>
            <a:spLocks noGrp="1"/>
          </p:cNvSpPr>
          <p:nvPr>
            <p:ph type="sldNum" idx="12"/>
          </p:nvPr>
        </p:nvSpPr>
        <p:spPr/>
        <p:txBody>
          <a:bodyPr/>
          <a:lstStyle/>
          <a:p>
            <a:pPr algn="r"/>
            <a:fld id="{00000000-1234-1234-1234-123412341234}" type="slidenum">
              <a:rPr lang="en-US" altLang="ja-JP" sz="1200" smtClean="0">
                <a:solidFill>
                  <a:schemeClr val="dk1"/>
                </a:solidFill>
              </a:rPr>
              <a:pPr algn="r"/>
              <a:t>11</a:t>
            </a:fld>
            <a:endParaRPr lang="ja-JP" altLang="en-US" sz="1200" dirty="0">
              <a:solidFill>
                <a:schemeClr val="dk1"/>
              </a:solidFill>
            </a:endParaRPr>
          </a:p>
        </p:txBody>
      </p:sp>
    </p:spTree>
    <p:extLst>
      <p:ext uri="{BB962C8B-B14F-4D97-AF65-F5344CB8AC3E}">
        <p14:creationId xmlns:p14="http://schemas.microsoft.com/office/powerpoint/2010/main" val="464120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bg>
      <p:bgPr>
        <a:solidFill>
          <a:srgbClr val="000000"/>
        </a:solidFill>
        <a:effectLst/>
      </p:bgPr>
    </p:bg>
    <p:spTree>
      <p:nvGrpSpPr>
        <p:cNvPr id="1" name=""/>
        <p:cNvGrpSpPr/>
        <p:nvPr/>
      </p:nvGrpSpPr>
      <p:grpSpPr>
        <a:xfrm>
          <a:off x="0" y="0"/>
          <a:ext cx="0" cy="0"/>
          <a:chOff x="0" y="0"/>
          <a:chExt cx="0" cy="0"/>
        </a:xfrm>
      </p:grpSpPr>
      <p:sp>
        <p:nvSpPr>
          <p:cNvPr id="2" name="楕円 1">
            <a:extLst>
              <a:ext uri="{FF2B5EF4-FFF2-40B4-BE49-F238E27FC236}">
                <a16:creationId xmlns:a16="http://schemas.microsoft.com/office/drawing/2014/main" id="{7886AD57-2536-DBE8-F6F9-9E7189F5B9EE}"/>
              </a:ext>
            </a:extLst>
          </p:cNvPr>
          <p:cNvSpPr/>
          <p:nvPr userDrawn="1"/>
        </p:nvSpPr>
        <p:spPr>
          <a:xfrm>
            <a:off x="7384637" y="3355899"/>
            <a:ext cx="4447010" cy="4447010"/>
          </a:xfrm>
          <a:prstGeom prst="ellipse">
            <a:avLst/>
          </a:prstGeom>
          <a:gradFill flip="none" rotWithShape="1">
            <a:gsLst>
              <a:gs pos="0">
                <a:schemeClr val="accent2"/>
              </a:gs>
              <a:gs pos="100000">
                <a:schemeClr val="accent2">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956EBFAC-BDC7-6DFA-7D13-1F3FAFEA5A60}"/>
              </a:ext>
            </a:extLst>
          </p:cNvPr>
          <p:cNvSpPr/>
          <p:nvPr userDrawn="1"/>
        </p:nvSpPr>
        <p:spPr>
          <a:xfrm>
            <a:off x="9526640" y="2531445"/>
            <a:ext cx="3360964" cy="3360964"/>
          </a:xfrm>
          <a:prstGeom prst="ellipse">
            <a:avLst/>
          </a:prstGeom>
          <a:gradFill flip="none" rotWithShape="1">
            <a:gsLst>
              <a:gs pos="0">
                <a:schemeClr val="accent1"/>
              </a:gs>
              <a:gs pos="100000">
                <a:schemeClr val="accent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7B1269B9-E493-E113-3957-18EDAD7692CC}"/>
              </a:ext>
            </a:extLst>
          </p:cNvPr>
          <p:cNvSpPr/>
          <p:nvPr userDrawn="1"/>
        </p:nvSpPr>
        <p:spPr>
          <a:xfrm>
            <a:off x="128136" y="121895"/>
            <a:ext cx="11935728" cy="6614210"/>
          </a:xfrm>
          <a:prstGeom prst="roundRect">
            <a:avLst>
              <a:gd name="adj" fmla="val 2463"/>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Google Shape;14;p13">
            <a:extLst>
              <a:ext uri="{FF2B5EF4-FFF2-40B4-BE49-F238E27FC236}">
                <a16:creationId xmlns:a16="http://schemas.microsoft.com/office/drawing/2014/main" id="{F853F8D8-B117-07EC-4C80-2694D9859465}"/>
              </a:ext>
            </a:extLst>
          </p:cNvPr>
          <p:cNvSpPr txBox="1"/>
          <p:nvPr userDrawn="1"/>
        </p:nvSpPr>
        <p:spPr>
          <a:xfrm>
            <a:off x="321445" y="6368768"/>
            <a:ext cx="1728328" cy="215403"/>
          </a:xfrm>
          <a:prstGeom prst="rect">
            <a:avLst/>
          </a:prstGeom>
          <a:noFill/>
          <a:ln>
            <a:noFill/>
          </a:ln>
        </p:spPr>
        <p:txBody>
          <a:bodyPr spcFirstLastPara="1" wrap="none" lIns="0" tIns="0" rIns="0" bIns="0" anchor="b" anchorCtr="0">
            <a:noAutofit/>
          </a:bodyPr>
          <a:lstStyle/>
          <a:p>
            <a:pPr marL="0" marR="0" lvl="0" indent="0" algn="l" rtl="0">
              <a:spcBef>
                <a:spcPts val="0"/>
              </a:spcBef>
              <a:spcAft>
                <a:spcPts val="0"/>
              </a:spcAft>
              <a:buNone/>
            </a:pPr>
            <a:r>
              <a:rPr lang="en-US" altLang="ja-JP" sz="800" b="0" i="0" u="none" strike="noStrike" cap="none" dirty="0">
                <a:solidFill>
                  <a:schemeClr val="bg1">
                    <a:lumMod val="20000"/>
                    <a:lumOff val="80000"/>
                  </a:schemeClr>
                </a:solidFill>
                <a:latin typeface="Noto Sans JP" panose="020B0500000000000000" pitchFamily="34" charset="-128"/>
                <a:ea typeface="Noto Sans JP" panose="020B0500000000000000" pitchFamily="34" charset="-128"/>
                <a:sym typeface="Arial"/>
              </a:rPr>
              <a:t>©︎ XXXXX Inc. All Right Reserved.</a:t>
            </a:r>
            <a:endParaRPr lang="en-US" sz="800" b="0" i="0" dirty="0">
              <a:solidFill>
                <a:schemeClr val="bg1">
                  <a:lumMod val="20000"/>
                  <a:lumOff val="80000"/>
                </a:schemeClr>
              </a:solidFill>
              <a:latin typeface="Noto Sans JP" panose="020B0500000000000000" pitchFamily="34" charset="-128"/>
              <a:ea typeface="Noto Sans JP" panose="020B0500000000000000" pitchFamily="34" charset="-128"/>
              <a:sym typeface="Arial"/>
            </a:endParaRPr>
          </a:p>
        </p:txBody>
      </p:sp>
    </p:spTree>
    <p:extLst>
      <p:ext uri="{BB962C8B-B14F-4D97-AF65-F5344CB8AC3E}">
        <p14:creationId xmlns:p14="http://schemas.microsoft.com/office/powerpoint/2010/main" val="8726006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黒）">
    <p:bg>
      <p:bgPr>
        <a:solidFill>
          <a:srgbClr val="000000"/>
        </a:solidFill>
        <a:effectLst/>
      </p:bgPr>
    </p:bg>
    <p:spTree>
      <p:nvGrpSpPr>
        <p:cNvPr id="1" name=""/>
        <p:cNvGrpSpPr/>
        <p:nvPr/>
      </p:nvGrpSpPr>
      <p:grpSpPr>
        <a:xfrm>
          <a:off x="0" y="0"/>
          <a:ext cx="0" cy="0"/>
          <a:chOff x="0" y="0"/>
          <a:chExt cx="0" cy="0"/>
        </a:xfrm>
      </p:grpSpPr>
      <p:sp>
        <p:nvSpPr>
          <p:cNvPr id="3" name="テキスト プレースホルダー 16">
            <a:extLst>
              <a:ext uri="{FF2B5EF4-FFF2-40B4-BE49-F238E27FC236}">
                <a16:creationId xmlns:a16="http://schemas.microsoft.com/office/drawing/2014/main" id="{E3624661-5BF0-B188-89F3-1A9032B3CB32}"/>
              </a:ext>
            </a:extLst>
          </p:cNvPr>
          <p:cNvSpPr>
            <a:spLocks noGrp="1"/>
          </p:cNvSpPr>
          <p:nvPr>
            <p:ph type="body" sz="quarter" idx="11" hasCustomPrompt="1"/>
          </p:nvPr>
        </p:nvSpPr>
        <p:spPr>
          <a:xfrm>
            <a:off x="465432" y="336793"/>
            <a:ext cx="10076118" cy="400994"/>
          </a:xfrm>
          <a:prstGeom prst="rect">
            <a:avLst/>
          </a:prstGeom>
          <a:noFill/>
          <a:ln w="28575">
            <a:noFill/>
          </a:ln>
        </p:spPr>
        <p:txBody>
          <a:bodyPr lIns="0" tIns="0" rIns="0" bIns="0" anchor="ctr"/>
          <a:lstStyle>
            <a:lvl1pPr>
              <a:defRPr sz="2400" b="1" i="0">
                <a:solidFill>
                  <a:schemeClr val="tx1"/>
                </a:solidFill>
                <a:latin typeface="Noto Sans JP" panose="020B0500000000000000" pitchFamily="34" charset="-128"/>
                <a:ea typeface="Noto Sans JP" panose="020B0500000000000000" pitchFamily="34" charset="-128"/>
              </a:defRPr>
            </a:lvl1pPr>
          </a:lstStyle>
          <a:p>
            <a:pPr lvl="0"/>
            <a:r>
              <a:rPr kumimoji="1" lang="ja-JP" altLang="en-US" dirty="0"/>
              <a:t>タイトル</a:t>
            </a:r>
          </a:p>
        </p:txBody>
      </p:sp>
      <p:sp>
        <p:nvSpPr>
          <p:cNvPr id="4" name="四角形: 角を丸くする 3">
            <a:extLst>
              <a:ext uri="{FF2B5EF4-FFF2-40B4-BE49-F238E27FC236}">
                <a16:creationId xmlns:a16="http://schemas.microsoft.com/office/drawing/2014/main" id="{94B62F6C-A6C2-96E2-9106-A7137471DDBE}"/>
              </a:ext>
            </a:extLst>
          </p:cNvPr>
          <p:cNvSpPr/>
          <p:nvPr userDrawn="1"/>
        </p:nvSpPr>
        <p:spPr>
          <a:xfrm>
            <a:off x="128136" y="121895"/>
            <a:ext cx="11935728" cy="6614210"/>
          </a:xfrm>
          <a:prstGeom prst="roundRect">
            <a:avLst>
              <a:gd name="adj" fmla="val 2463"/>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正方形/長方形 5">
            <a:extLst>
              <a:ext uri="{FF2B5EF4-FFF2-40B4-BE49-F238E27FC236}">
                <a16:creationId xmlns:a16="http://schemas.microsoft.com/office/drawing/2014/main" id="{435A4CAF-7719-FA6A-80B5-14FB730F6FEB}"/>
              </a:ext>
            </a:extLst>
          </p:cNvPr>
          <p:cNvSpPr/>
          <p:nvPr userDrawn="1"/>
        </p:nvSpPr>
        <p:spPr>
          <a:xfrm>
            <a:off x="0" y="500829"/>
            <a:ext cx="360000" cy="72922"/>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8" name="Google Shape;14;p13">
            <a:extLst>
              <a:ext uri="{FF2B5EF4-FFF2-40B4-BE49-F238E27FC236}">
                <a16:creationId xmlns:a16="http://schemas.microsoft.com/office/drawing/2014/main" id="{19284034-28CE-2ADE-50F5-057724D9821D}"/>
              </a:ext>
            </a:extLst>
          </p:cNvPr>
          <p:cNvSpPr txBox="1"/>
          <p:nvPr userDrawn="1"/>
        </p:nvSpPr>
        <p:spPr>
          <a:xfrm>
            <a:off x="321445" y="6368768"/>
            <a:ext cx="1728328" cy="215403"/>
          </a:xfrm>
          <a:prstGeom prst="rect">
            <a:avLst/>
          </a:prstGeom>
          <a:noFill/>
          <a:ln>
            <a:noFill/>
          </a:ln>
        </p:spPr>
        <p:txBody>
          <a:bodyPr spcFirstLastPara="1" wrap="none" lIns="0" tIns="0" rIns="0" bIns="0" anchor="b" anchorCtr="0">
            <a:noAutofit/>
          </a:bodyPr>
          <a:lstStyle/>
          <a:p>
            <a:pPr marL="0" marR="0" lvl="0" indent="0" algn="l" rtl="0">
              <a:spcBef>
                <a:spcPts val="0"/>
              </a:spcBef>
              <a:spcAft>
                <a:spcPts val="0"/>
              </a:spcAft>
              <a:buNone/>
            </a:pPr>
            <a:r>
              <a:rPr lang="en-US" altLang="ja-JP" sz="800" b="0" i="0" u="none" strike="noStrike" cap="none" dirty="0">
                <a:solidFill>
                  <a:schemeClr val="bg1">
                    <a:lumMod val="20000"/>
                    <a:lumOff val="80000"/>
                  </a:schemeClr>
                </a:solidFill>
                <a:latin typeface="Noto Sans JP" panose="020B0500000000000000" pitchFamily="34" charset="-128"/>
                <a:ea typeface="Noto Sans JP" panose="020B0500000000000000" pitchFamily="34" charset="-128"/>
                <a:sym typeface="Arial"/>
              </a:rPr>
              <a:t>©︎ XXXXX Inc. All Right Reserved.</a:t>
            </a:r>
            <a:endParaRPr lang="en-US" sz="800" b="0" i="0" dirty="0">
              <a:solidFill>
                <a:schemeClr val="bg1">
                  <a:lumMod val="20000"/>
                  <a:lumOff val="80000"/>
                </a:schemeClr>
              </a:solidFill>
              <a:latin typeface="Noto Sans JP" panose="020B0500000000000000" pitchFamily="34" charset="-128"/>
              <a:ea typeface="Noto Sans JP" panose="020B0500000000000000" pitchFamily="34" charset="-128"/>
              <a:sym typeface="Arial"/>
            </a:endParaRPr>
          </a:p>
        </p:txBody>
      </p:sp>
      <p:sp>
        <p:nvSpPr>
          <p:cNvPr id="10" name="Google Shape;12;p13">
            <a:extLst>
              <a:ext uri="{FF2B5EF4-FFF2-40B4-BE49-F238E27FC236}">
                <a16:creationId xmlns:a16="http://schemas.microsoft.com/office/drawing/2014/main" id="{C499BFF5-484A-56DA-4C32-75CA5C1E66E0}"/>
              </a:ext>
            </a:extLst>
          </p:cNvPr>
          <p:cNvSpPr txBox="1">
            <a:spLocks noGrp="1"/>
          </p:cNvSpPr>
          <p:nvPr>
            <p:ph type="sldNum" idx="13"/>
          </p:nvPr>
        </p:nvSpPr>
        <p:spPr>
          <a:xfrm>
            <a:off x="11377757" y="6341460"/>
            <a:ext cx="433243" cy="242711"/>
          </a:xfrm>
          <a:prstGeom prst="rect">
            <a:avLst/>
          </a:prstGeom>
          <a:noFill/>
          <a:ln>
            <a:noFill/>
          </a:ln>
        </p:spPr>
        <p:txBody>
          <a:bodyPr spcFirstLastPara="1" wrap="none" lIns="0" tIns="0" rIns="0" bIns="0" anchor="b" anchorCtr="0">
            <a:noAutofit/>
          </a:bodyPr>
          <a:lstStyle>
            <a:lvl1pPr marL="0" marR="0" lvl="0" indent="0" algn="r" rtl="0">
              <a:spcBef>
                <a:spcPts val="0"/>
              </a:spcBef>
              <a:buNone/>
              <a:defRPr sz="1400" b="1"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L="0" marR="0" lvl="1" indent="0" algn="ctr" rtl="0">
              <a:spcBef>
                <a:spcPts val="0"/>
              </a:spcBef>
              <a:buNone/>
              <a:defRPr sz="1600" b="0" i="0" u="none" strike="noStrike" cap="none">
                <a:solidFill>
                  <a:srgbClr val="888888"/>
                </a:solidFill>
                <a:latin typeface="Arial"/>
                <a:ea typeface="Arial"/>
                <a:cs typeface="Arial"/>
                <a:sym typeface="Arial"/>
              </a:defRPr>
            </a:lvl2pPr>
            <a:lvl3pPr marL="0" marR="0" lvl="2" indent="0" algn="ctr" rtl="0">
              <a:spcBef>
                <a:spcPts val="0"/>
              </a:spcBef>
              <a:buNone/>
              <a:defRPr sz="1600" b="0" i="0" u="none" strike="noStrike" cap="none">
                <a:solidFill>
                  <a:srgbClr val="888888"/>
                </a:solidFill>
                <a:latin typeface="Arial"/>
                <a:ea typeface="Arial"/>
                <a:cs typeface="Arial"/>
                <a:sym typeface="Arial"/>
              </a:defRPr>
            </a:lvl3pPr>
            <a:lvl4pPr marL="0" marR="0" lvl="3" indent="0" algn="ctr" rtl="0">
              <a:spcBef>
                <a:spcPts val="0"/>
              </a:spcBef>
              <a:buNone/>
              <a:defRPr sz="1600" b="0" i="0" u="none" strike="noStrike" cap="none">
                <a:solidFill>
                  <a:srgbClr val="888888"/>
                </a:solidFill>
                <a:latin typeface="Arial"/>
                <a:ea typeface="Arial"/>
                <a:cs typeface="Arial"/>
                <a:sym typeface="Arial"/>
              </a:defRPr>
            </a:lvl4pPr>
            <a:lvl5pPr marL="0" marR="0" lvl="4" indent="0" algn="ctr" rtl="0">
              <a:spcBef>
                <a:spcPts val="0"/>
              </a:spcBef>
              <a:buNone/>
              <a:defRPr sz="1600" b="0" i="0" u="none" strike="noStrike" cap="none">
                <a:solidFill>
                  <a:srgbClr val="888888"/>
                </a:solidFill>
                <a:latin typeface="Arial"/>
                <a:ea typeface="Arial"/>
                <a:cs typeface="Arial"/>
                <a:sym typeface="Arial"/>
              </a:defRPr>
            </a:lvl5pPr>
            <a:lvl6pPr marL="0" marR="0" lvl="5" indent="0" algn="ctr" rtl="0">
              <a:spcBef>
                <a:spcPts val="0"/>
              </a:spcBef>
              <a:buNone/>
              <a:defRPr sz="1600" b="0" i="0" u="none" strike="noStrike" cap="none">
                <a:solidFill>
                  <a:srgbClr val="888888"/>
                </a:solidFill>
                <a:latin typeface="Arial"/>
                <a:ea typeface="Arial"/>
                <a:cs typeface="Arial"/>
                <a:sym typeface="Arial"/>
              </a:defRPr>
            </a:lvl6pPr>
            <a:lvl7pPr marL="0" marR="0" lvl="6" indent="0" algn="ctr" rtl="0">
              <a:spcBef>
                <a:spcPts val="0"/>
              </a:spcBef>
              <a:buNone/>
              <a:defRPr sz="1600" b="0" i="0" u="none" strike="noStrike" cap="none">
                <a:solidFill>
                  <a:srgbClr val="888888"/>
                </a:solidFill>
                <a:latin typeface="Arial"/>
                <a:ea typeface="Arial"/>
                <a:cs typeface="Arial"/>
                <a:sym typeface="Arial"/>
              </a:defRPr>
            </a:lvl7pPr>
            <a:lvl8pPr marL="0" marR="0" lvl="7" indent="0" algn="ctr" rtl="0">
              <a:spcBef>
                <a:spcPts val="0"/>
              </a:spcBef>
              <a:buNone/>
              <a:defRPr sz="1600" b="0" i="0" u="none" strike="noStrike" cap="none">
                <a:solidFill>
                  <a:srgbClr val="888888"/>
                </a:solidFill>
                <a:latin typeface="Arial"/>
                <a:ea typeface="Arial"/>
                <a:cs typeface="Arial"/>
                <a:sym typeface="Arial"/>
              </a:defRPr>
            </a:lvl8pPr>
            <a:lvl9pPr marL="0" marR="0" lvl="8" indent="0" algn="ctr" rtl="0">
              <a:spcBef>
                <a:spcPts val="0"/>
              </a:spcBef>
              <a:buNone/>
              <a:defRPr sz="1600" b="0" i="0" u="none" strike="noStrike" cap="none">
                <a:solidFill>
                  <a:srgbClr val="888888"/>
                </a:solidFill>
                <a:latin typeface="Arial"/>
                <a:ea typeface="Arial"/>
                <a:cs typeface="Arial"/>
                <a:sym typeface="Arial"/>
              </a:defRPr>
            </a:lvl9pPr>
          </a:lstStyle>
          <a:p>
            <a:fld id="{00000000-1234-1234-1234-123412341234}" type="slidenum">
              <a:rPr lang="en-US" altLang="ja-JP" smtClean="0"/>
              <a:pPr/>
              <a:t>‹#›</a:t>
            </a:fld>
            <a:endParaRPr lang="ja-JP" altLang="en-US" dirty="0"/>
          </a:p>
        </p:txBody>
      </p:sp>
    </p:spTree>
    <p:extLst>
      <p:ext uri="{BB962C8B-B14F-4D97-AF65-F5344CB8AC3E}">
        <p14:creationId xmlns:p14="http://schemas.microsoft.com/office/powerpoint/2010/main" val="145081998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黒ベタ">
    <p:bg>
      <p:bgPr>
        <a:solidFill>
          <a:srgbClr val="000000"/>
        </a:solidFill>
        <a:effectLst/>
      </p:bgPr>
    </p:bg>
    <p:spTree>
      <p:nvGrpSpPr>
        <p:cNvPr id="1" name=""/>
        <p:cNvGrpSpPr/>
        <p:nvPr/>
      </p:nvGrpSpPr>
      <p:grpSpPr>
        <a:xfrm>
          <a:off x="0" y="0"/>
          <a:ext cx="0" cy="0"/>
          <a:chOff x="0" y="0"/>
          <a:chExt cx="0" cy="0"/>
        </a:xfrm>
      </p:grpSpPr>
      <p:sp>
        <p:nvSpPr>
          <p:cNvPr id="2" name="Google Shape;14;p13">
            <a:extLst>
              <a:ext uri="{FF2B5EF4-FFF2-40B4-BE49-F238E27FC236}">
                <a16:creationId xmlns:a16="http://schemas.microsoft.com/office/drawing/2014/main" id="{04F453C7-50A7-0ACF-60D3-21C8259C9F25}"/>
              </a:ext>
            </a:extLst>
          </p:cNvPr>
          <p:cNvSpPr txBox="1"/>
          <p:nvPr userDrawn="1"/>
        </p:nvSpPr>
        <p:spPr>
          <a:xfrm>
            <a:off x="321445" y="6368768"/>
            <a:ext cx="1728328" cy="215403"/>
          </a:xfrm>
          <a:prstGeom prst="rect">
            <a:avLst/>
          </a:prstGeom>
          <a:noFill/>
          <a:ln>
            <a:noFill/>
          </a:ln>
        </p:spPr>
        <p:txBody>
          <a:bodyPr spcFirstLastPara="1" wrap="none" lIns="0" tIns="0" rIns="0" bIns="0" anchor="b" anchorCtr="0">
            <a:noAutofit/>
          </a:bodyPr>
          <a:lstStyle/>
          <a:p>
            <a:pPr marL="0" marR="0" lvl="0" indent="0" algn="l" rtl="0">
              <a:spcBef>
                <a:spcPts val="0"/>
              </a:spcBef>
              <a:spcAft>
                <a:spcPts val="0"/>
              </a:spcAft>
              <a:buNone/>
            </a:pPr>
            <a:r>
              <a:rPr lang="en-US" altLang="ja-JP" sz="800" b="0" i="0" u="none" strike="noStrike" cap="none" dirty="0">
                <a:solidFill>
                  <a:schemeClr val="bg1">
                    <a:lumMod val="20000"/>
                    <a:lumOff val="80000"/>
                  </a:schemeClr>
                </a:solidFill>
                <a:latin typeface="Noto Sans JP" panose="020B0500000000000000" pitchFamily="34" charset="-128"/>
                <a:ea typeface="Noto Sans JP" panose="020B0500000000000000" pitchFamily="34" charset="-128"/>
                <a:sym typeface="Arial"/>
              </a:rPr>
              <a:t>©︎ XXXXX Inc. All Right Reserved.</a:t>
            </a:r>
            <a:endParaRPr lang="en-US" sz="800" b="0" i="0" dirty="0">
              <a:solidFill>
                <a:schemeClr val="bg1">
                  <a:lumMod val="20000"/>
                  <a:lumOff val="80000"/>
                </a:schemeClr>
              </a:solidFill>
              <a:latin typeface="Noto Sans JP" panose="020B0500000000000000" pitchFamily="34" charset="-128"/>
              <a:ea typeface="Noto Sans JP" panose="020B0500000000000000" pitchFamily="34" charset="-128"/>
              <a:sym typeface="Arial"/>
            </a:endParaRPr>
          </a:p>
        </p:txBody>
      </p:sp>
    </p:spTree>
    <p:extLst>
      <p:ext uri="{BB962C8B-B14F-4D97-AF65-F5344CB8AC3E}">
        <p14:creationId xmlns:p14="http://schemas.microsoft.com/office/powerpoint/2010/main" val="264823874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文（グラデ）">
    <p:bg>
      <p:bgPr>
        <a:solidFill>
          <a:schemeClr val="bg1"/>
        </a:solidFill>
        <a:effectLst/>
      </p:bgPr>
    </p:bg>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59EA579C-FBE5-DB41-17DC-22B18553082B}"/>
              </a:ext>
            </a:extLst>
          </p:cNvPr>
          <p:cNvSpPr/>
          <p:nvPr userDrawn="1"/>
        </p:nvSpPr>
        <p:spPr>
          <a:xfrm>
            <a:off x="0" y="0"/>
            <a:ext cx="12192000" cy="6857999"/>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04210943-76F6-4C87-F491-6F2ACD834CA3}"/>
              </a:ext>
            </a:extLst>
          </p:cNvPr>
          <p:cNvSpPr/>
          <p:nvPr userDrawn="1"/>
        </p:nvSpPr>
        <p:spPr>
          <a:xfrm>
            <a:off x="128136" y="121895"/>
            <a:ext cx="11935728" cy="6614210"/>
          </a:xfrm>
          <a:prstGeom prst="roundRect">
            <a:avLst>
              <a:gd name="adj" fmla="val 2463"/>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Google Shape;14;p13">
            <a:extLst>
              <a:ext uri="{FF2B5EF4-FFF2-40B4-BE49-F238E27FC236}">
                <a16:creationId xmlns:a16="http://schemas.microsoft.com/office/drawing/2014/main" id="{F83A8150-1919-D200-DA53-5DADC4308F1A}"/>
              </a:ext>
            </a:extLst>
          </p:cNvPr>
          <p:cNvSpPr txBox="1"/>
          <p:nvPr userDrawn="1"/>
        </p:nvSpPr>
        <p:spPr>
          <a:xfrm>
            <a:off x="321445" y="6368768"/>
            <a:ext cx="1728328" cy="215403"/>
          </a:xfrm>
          <a:prstGeom prst="rect">
            <a:avLst/>
          </a:prstGeom>
          <a:noFill/>
          <a:ln>
            <a:noFill/>
          </a:ln>
        </p:spPr>
        <p:txBody>
          <a:bodyPr spcFirstLastPara="1" wrap="none" lIns="0" tIns="0" rIns="0" bIns="0" anchor="b" anchorCtr="0">
            <a:noAutofit/>
          </a:bodyPr>
          <a:lstStyle/>
          <a:p>
            <a:pPr marL="0" marR="0" lvl="0" indent="0" algn="l" rtl="0">
              <a:spcBef>
                <a:spcPts val="0"/>
              </a:spcBef>
              <a:spcAft>
                <a:spcPts val="0"/>
              </a:spcAft>
              <a:buNone/>
            </a:pPr>
            <a:r>
              <a:rPr lang="en-US" altLang="ja-JP" sz="800" b="0" i="0" u="none" strike="noStrike" cap="none" dirty="0">
                <a:solidFill>
                  <a:schemeClr val="bg1">
                    <a:lumMod val="20000"/>
                    <a:lumOff val="80000"/>
                  </a:schemeClr>
                </a:solidFill>
                <a:latin typeface="Noto Sans JP" panose="020B0500000000000000" pitchFamily="34" charset="-128"/>
                <a:ea typeface="Noto Sans JP" panose="020B0500000000000000" pitchFamily="34" charset="-128"/>
                <a:sym typeface="Arial"/>
              </a:rPr>
              <a:t>©︎ XXXXX Inc. All Right Reserved.</a:t>
            </a:r>
            <a:endParaRPr lang="en-US" sz="800" b="0" i="0" dirty="0">
              <a:solidFill>
                <a:schemeClr val="bg1">
                  <a:lumMod val="20000"/>
                  <a:lumOff val="80000"/>
                </a:schemeClr>
              </a:solidFill>
              <a:latin typeface="Noto Sans JP" panose="020B0500000000000000" pitchFamily="34" charset="-128"/>
              <a:ea typeface="Noto Sans JP" panose="020B0500000000000000" pitchFamily="34" charset="-128"/>
              <a:sym typeface="Arial"/>
            </a:endParaRPr>
          </a:p>
        </p:txBody>
      </p:sp>
      <p:sp>
        <p:nvSpPr>
          <p:cNvPr id="8" name="Google Shape;12;p13">
            <a:extLst>
              <a:ext uri="{FF2B5EF4-FFF2-40B4-BE49-F238E27FC236}">
                <a16:creationId xmlns:a16="http://schemas.microsoft.com/office/drawing/2014/main" id="{0CF5647A-6123-3DBC-A669-A3857CF2316C}"/>
              </a:ext>
            </a:extLst>
          </p:cNvPr>
          <p:cNvSpPr txBox="1">
            <a:spLocks noGrp="1"/>
          </p:cNvSpPr>
          <p:nvPr>
            <p:ph type="sldNum" idx="13"/>
          </p:nvPr>
        </p:nvSpPr>
        <p:spPr>
          <a:xfrm>
            <a:off x="11377757" y="6341460"/>
            <a:ext cx="433243" cy="242711"/>
          </a:xfrm>
          <a:prstGeom prst="rect">
            <a:avLst/>
          </a:prstGeom>
          <a:noFill/>
          <a:ln>
            <a:noFill/>
          </a:ln>
        </p:spPr>
        <p:txBody>
          <a:bodyPr spcFirstLastPara="1" wrap="none" lIns="0" tIns="0" rIns="0" bIns="0" anchor="b" anchorCtr="0">
            <a:noAutofit/>
          </a:bodyPr>
          <a:lstStyle>
            <a:lvl1pPr marL="0" marR="0" lvl="0" indent="0" algn="r" rtl="0">
              <a:spcBef>
                <a:spcPts val="0"/>
              </a:spcBef>
              <a:buNone/>
              <a:defRPr sz="1400" b="1" i="0" u="none" strike="noStrike" cap="none">
                <a:solidFill>
                  <a:schemeClr val="bg1"/>
                </a:solidFill>
                <a:latin typeface="Noto Sans JP" panose="020B0500000000000000" pitchFamily="34" charset="-128"/>
                <a:ea typeface="Noto Sans JP" panose="020B0500000000000000" pitchFamily="34" charset="-128"/>
                <a:cs typeface="Arial"/>
                <a:sym typeface="Arial"/>
              </a:defRPr>
            </a:lvl1pPr>
            <a:lvl2pPr marL="0" marR="0" lvl="1" indent="0" algn="ctr" rtl="0">
              <a:spcBef>
                <a:spcPts val="0"/>
              </a:spcBef>
              <a:buNone/>
              <a:defRPr sz="1600" b="0" i="0" u="none" strike="noStrike" cap="none">
                <a:solidFill>
                  <a:srgbClr val="888888"/>
                </a:solidFill>
                <a:latin typeface="Arial"/>
                <a:ea typeface="Arial"/>
                <a:cs typeface="Arial"/>
                <a:sym typeface="Arial"/>
              </a:defRPr>
            </a:lvl2pPr>
            <a:lvl3pPr marL="0" marR="0" lvl="2" indent="0" algn="ctr" rtl="0">
              <a:spcBef>
                <a:spcPts val="0"/>
              </a:spcBef>
              <a:buNone/>
              <a:defRPr sz="1600" b="0" i="0" u="none" strike="noStrike" cap="none">
                <a:solidFill>
                  <a:srgbClr val="888888"/>
                </a:solidFill>
                <a:latin typeface="Arial"/>
                <a:ea typeface="Arial"/>
                <a:cs typeface="Arial"/>
                <a:sym typeface="Arial"/>
              </a:defRPr>
            </a:lvl3pPr>
            <a:lvl4pPr marL="0" marR="0" lvl="3" indent="0" algn="ctr" rtl="0">
              <a:spcBef>
                <a:spcPts val="0"/>
              </a:spcBef>
              <a:buNone/>
              <a:defRPr sz="1600" b="0" i="0" u="none" strike="noStrike" cap="none">
                <a:solidFill>
                  <a:srgbClr val="888888"/>
                </a:solidFill>
                <a:latin typeface="Arial"/>
                <a:ea typeface="Arial"/>
                <a:cs typeface="Arial"/>
                <a:sym typeface="Arial"/>
              </a:defRPr>
            </a:lvl4pPr>
            <a:lvl5pPr marL="0" marR="0" lvl="4" indent="0" algn="ctr" rtl="0">
              <a:spcBef>
                <a:spcPts val="0"/>
              </a:spcBef>
              <a:buNone/>
              <a:defRPr sz="1600" b="0" i="0" u="none" strike="noStrike" cap="none">
                <a:solidFill>
                  <a:srgbClr val="888888"/>
                </a:solidFill>
                <a:latin typeface="Arial"/>
                <a:ea typeface="Arial"/>
                <a:cs typeface="Arial"/>
                <a:sym typeface="Arial"/>
              </a:defRPr>
            </a:lvl5pPr>
            <a:lvl6pPr marL="0" marR="0" lvl="5" indent="0" algn="ctr" rtl="0">
              <a:spcBef>
                <a:spcPts val="0"/>
              </a:spcBef>
              <a:buNone/>
              <a:defRPr sz="1600" b="0" i="0" u="none" strike="noStrike" cap="none">
                <a:solidFill>
                  <a:srgbClr val="888888"/>
                </a:solidFill>
                <a:latin typeface="Arial"/>
                <a:ea typeface="Arial"/>
                <a:cs typeface="Arial"/>
                <a:sym typeface="Arial"/>
              </a:defRPr>
            </a:lvl6pPr>
            <a:lvl7pPr marL="0" marR="0" lvl="6" indent="0" algn="ctr" rtl="0">
              <a:spcBef>
                <a:spcPts val="0"/>
              </a:spcBef>
              <a:buNone/>
              <a:defRPr sz="1600" b="0" i="0" u="none" strike="noStrike" cap="none">
                <a:solidFill>
                  <a:srgbClr val="888888"/>
                </a:solidFill>
                <a:latin typeface="Arial"/>
                <a:ea typeface="Arial"/>
                <a:cs typeface="Arial"/>
                <a:sym typeface="Arial"/>
              </a:defRPr>
            </a:lvl7pPr>
            <a:lvl8pPr marL="0" marR="0" lvl="7" indent="0" algn="ctr" rtl="0">
              <a:spcBef>
                <a:spcPts val="0"/>
              </a:spcBef>
              <a:buNone/>
              <a:defRPr sz="1600" b="0" i="0" u="none" strike="noStrike" cap="none">
                <a:solidFill>
                  <a:srgbClr val="888888"/>
                </a:solidFill>
                <a:latin typeface="Arial"/>
                <a:ea typeface="Arial"/>
                <a:cs typeface="Arial"/>
                <a:sym typeface="Arial"/>
              </a:defRPr>
            </a:lvl8pPr>
            <a:lvl9pPr marL="0" marR="0" lvl="8" indent="0" algn="ctr" rtl="0">
              <a:spcBef>
                <a:spcPts val="0"/>
              </a:spcBef>
              <a:buNone/>
              <a:defRPr sz="1600" b="0" i="0" u="none" strike="noStrike" cap="none">
                <a:solidFill>
                  <a:srgbClr val="888888"/>
                </a:solidFill>
                <a:latin typeface="Arial"/>
                <a:ea typeface="Arial"/>
                <a:cs typeface="Arial"/>
                <a:sym typeface="Arial"/>
              </a:defRPr>
            </a:lvl9pPr>
          </a:lstStyle>
          <a:p>
            <a:fld id="{00000000-1234-1234-1234-123412341234}" type="slidenum">
              <a:rPr lang="en-US" altLang="ja-JP" smtClean="0"/>
              <a:pPr/>
              <a:t>‹#›</a:t>
            </a:fld>
            <a:endParaRPr lang="ja-JP" altLang="en-US" dirty="0"/>
          </a:p>
        </p:txBody>
      </p:sp>
    </p:spTree>
    <p:extLst>
      <p:ext uri="{BB962C8B-B14F-4D97-AF65-F5344CB8AC3E}">
        <p14:creationId xmlns:p14="http://schemas.microsoft.com/office/powerpoint/2010/main" val="44340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本文（写真）">
    <p:bg>
      <p:bgPr>
        <a:solidFill>
          <a:schemeClr val="accent6"/>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04210943-76F6-4C87-F491-6F2ACD834CA3}"/>
              </a:ext>
            </a:extLst>
          </p:cNvPr>
          <p:cNvSpPr/>
          <p:nvPr userDrawn="1"/>
        </p:nvSpPr>
        <p:spPr>
          <a:xfrm>
            <a:off x="128136" y="121895"/>
            <a:ext cx="11935728" cy="6614210"/>
          </a:xfrm>
          <a:prstGeom prst="roundRect">
            <a:avLst>
              <a:gd name="adj" fmla="val 2463"/>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Google Shape;14;p13">
            <a:extLst>
              <a:ext uri="{FF2B5EF4-FFF2-40B4-BE49-F238E27FC236}">
                <a16:creationId xmlns:a16="http://schemas.microsoft.com/office/drawing/2014/main" id="{F83A8150-1919-D200-DA53-5DADC4308F1A}"/>
              </a:ext>
            </a:extLst>
          </p:cNvPr>
          <p:cNvSpPr txBox="1"/>
          <p:nvPr userDrawn="1"/>
        </p:nvSpPr>
        <p:spPr>
          <a:xfrm>
            <a:off x="321445" y="6368768"/>
            <a:ext cx="1728328" cy="215403"/>
          </a:xfrm>
          <a:prstGeom prst="rect">
            <a:avLst/>
          </a:prstGeom>
          <a:noFill/>
          <a:ln>
            <a:noFill/>
          </a:ln>
        </p:spPr>
        <p:txBody>
          <a:bodyPr spcFirstLastPara="1" wrap="none" lIns="0" tIns="0" rIns="0" bIns="0" anchor="b" anchorCtr="0">
            <a:noAutofit/>
          </a:bodyPr>
          <a:lstStyle/>
          <a:p>
            <a:pPr marL="0" marR="0" lvl="0" indent="0" algn="l" rtl="0">
              <a:spcBef>
                <a:spcPts val="0"/>
              </a:spcBef>
              <a:spcAft>
                <a:spcPts val="0"/>
              </a:spcAft>
              <a:buNone/>
            </a:pPr>
            <a:r>
              <a:rPr lang="en-US" altLang="ja-JP" sz="800" b="0" i="0" u="none" strike="noStrike" cap="none" dirty="0">
                <a:solidFill>
                  <a:schemeClr val="bg1">
                    <a:lumMod val="20000"/>
                    <a:lumOff val="80000"/>
                  </a:schemeClr>
                </a:solidFill>
                <a:latin typeface="Noto Sans JP" panose="020B0500000000000000" pitchFamily="34" charset="-128"/>
                <a:ea typeface="Noto Sans JP" panose="020B0500000000000000" pitchFamily="34" charset="-128"/>
                <a:sym typeface="Arial"/>
              </a:rPr>
              <a:t>©︎ XXXXX Inc. All Right Reserved.</a:t>
            </a:r>
            <a:endParaRPr lang="en-US" sz="800" b="0" i="0" dirty="0">
              <a:solidFill>
                <a:schemeClr val="bg1">
                  <a:lumMod val="20000"/>
                  <a:lumOff val="80000"/>
                </a:schemeClr>
              </a:solidFill>
              <a:latin typeface="Noto Sans JP" panose="020B0500000000000000" pitchFamily="34" charset="-128"/>
              <a:ea typeface="Noto Sans JP" panose="020B0500000000000000" pitchFamily="34" charset="-128"/>
              <a:sym typeface="Arial"/>
            </a:endParaRPr>
          </a:p>
        </p:txBody>
      </p:sp>
      <p:sp>
        <p:nvSpPr>
          <p:cNvPr id="8" name="Google Shape;12;p13">
            <a:extLst>
              <a:ext uri="{FF2B5EF4-FFF2-40B4-BE49-F238E27FC236}">
                <a16:creationId xmlns:a16="http://schemas.microsoft.com/office/drawing/2014/main" id="{0CF5647A-6123-3DBC-A669-A3857CF2316C}"/>
              </a:ext>
            </a:extLst>
          </p:cNvPr>
          <p:cNvSpPr txBox="1">
            <a:spLocks noGrp="1"/>
          </p:cNvSpPr>
          <p:nvPr>
            <p:ph type="sldNum" idx="13"/>
          </p:nvPr>
        </p:nvSpPr>
        <p:spPr>
          <a:xfrm>
            <a:off x="11377757" y="6341460"/>
            <a:ext cx="433243" cy="242711"/>
          </a:xfrm>
          <a:prstGeom prst="rect">
            <a:avLst/>
          </a:prstGeom>
          <a:noFill/>
          <a:ln>
            <a:noFill/>
          </a:ln>
        </p:spPr>
        <p:txBody>
          <a:bodyPr spcFirstLastPara="1" wrap="none" lIns="0" tIns="0" rIns="0" bIns="0" anchor="b" anchorCtr="0">
            <a:noAutofit/>
          </a:bodyPr>
          <a:lstStyle>
            <a:lvl1pPr marL="0" marR="0" lvl="0" indent="0" algn="r" rtl="0">
              <a:spcBef>
                <a:spcPts val="0"/>
              </a:spcBef>
              <a:buNone/>
              <a:defRPr sz="1400" b="1" i="0" u="none" strike="noStrike" cap="none">
                <a:solidFill>
                  <a:schemeClr val="bg1"/>
                </a:solidFill>
                <a:latin typeface="Noto Sans JP" panose="020B0500000000000000" pitchFamily="34" charset="-128"/>
                <a:ea typeface="Noto Sans JP" panose="020B0500000000000000" pitchFamily="34" charset="-128"/>
                <a:cs typeface="Arial"/>
                <a:sym typeface="Arial"/>
              </a:defRPr>
            </a:lvl1pPr>
            <a:lvl2pPr marL="0" marR="0" lvl="1" indent="0" algn="ctr" rtl="0">
              <a:spcBef>
                <a:spcPts val="0"/>
              </a:spcBef>
              <a:buNone/>
              <a:defRPr sz="1600" b="0" i="0" u="none" strike="noStrike" cap="none">
                <a:solidFill>
                  <a:srgbClr val="888888"/>
                </a:solidFill>
                <a:latin typeface="Arial"/>
                <a:ea typeface="Arial"/>
                <a:cs typeface="Arial"/>
                <a:sym typeface="Arial"/>
              </a:defRPr>
            </a:lvl2pPr>
            <a:lvl3pPr marL="0" marR="0" lvl="2" indent="0" algn="ctr" rtl="0">
              <a:spcBef>
                <a:spcPts val="0"/>
              </a:spcBef>
              <a:buNone/>
              <a:defRPr sz="1600" b="0" i="0" u="none" strike="noStrike" cap="none">
                <a:solidFill>
                  <a:srgbClr val="888888"/>
                </a:solidFill>
                <a:latin typeface="Arial"/>
                <a:ea typeface="Arial"/>
                <a:cs typeface="Arial"/>
                <a:sym typeface="Arial"/>
              </a:defRPr>
            </a:lvl3pPr>
            <a:lvl4pPr marL="0" marR="0" lvl="3" indent="0" algn="ctr" rtl="0">
              <a:spcBef>
                <a:spcPts val="0"/>
              </a:spcBef>
              <a:buNone/>
              <a:defRPr sz="1600" b="0" i="0" u="none" strike="noStrike" cap="none">
                <a:solidFill>
                  <a:srgbClr val="888888"/>
                </a:solidFill>
                <a:latin typeface="Arial"/>
                <a:ea typeface="Arial"/>
                <a:cs typeface="Arial"/>
                <a:sym typeface="Arial"/>
              </a:defRPr>
            </a:lvl4pPr>
            <a:lvl5pPr marL="0" marR="0" lvl="4" indent="0" algn="ctr" rtl="0">
              <a:spcBef>
                <a:spcPts val="0"/>
              </a:spcBef>
              <a:buNone/>
              <a:defRPr sz="1600" b="0" i="0" u="none" strike="noStrike" cap="none">
                <a:solidFill>
                  <a:srgbClr val="888888"/>
                </a:solidFill>
                <a:latin typeface="Arial"/>
                <a:ea typeface="Arial"/>
                <a:cs typeface="Arial"/>
                <a:sym typeface="Arial"/>
              </a:defRPr>
            </a:lvl5pPr>
            <a:lvl6pPr marL="0" marR="0" lvl="5" indent="0" algn="ctr" rtl="0">
              <a:spcBef>
                <a:spcPts val="0"/>
              </a:spcBef>
              <a:buNone/>
              <a:defRPr sz="1600" b="0" i="0" u="none" strike="noStrike" cap="none">
                <a:solidFill>
                  <a:srgbClr val="888888"/>
                </a:solidFill>
                <a:latin typeface="Arial"/>
                <a:ea typeface="Arial"/>
                <a:cs typeface="Arial"/>
                <a:sym typeface="Arial"/>
              </a:defRPr>
            </a:lvl6pPr>
            <a:lvl7pPr marL="0" marR="0" lvl="6" indent="0" algn="ctr" rtl="0">
              <a:spcBef>
                <a:spcPts val="0"/>
              </a:spcBef>
              <a:buNone/>
              <a:defRPr sz="1600" b="0" i="0" u="none" strike="noStrike" cap="none">
                <a:solidFill>
                  <a:srgbClr val="888888"/>
                </a:solidFill>
                <a:latin typeface="Arial"/>
                <a:ea typeface="Arial"/>
                <a:cs typeface="Arial"/>
                <a:sym typeface="Arial"/>
              </a:defRPr>
            </a:lvl7pPr>
            <a:lvl8pPr marL="0" marR="0" lvl="7" indent="0" algn="ctr" rtl="0">
              <a:spcBef>
                <a:spcPts val="0"/>
              </a:spcBef>
              <a:buNone/>
              <a:defRPr sz="1600" b="0" i="0" u="none" strike="noStrike" cap="none">
                <a:solidFill>
                  <a:srgbClr val="888888"/>
                </a:solidFill>
                <a:latin typeface="Arial"/>
                <a:ea typeface="Arial"/>
                <a:cs typeface="Arial"/>
                <a:sym typeface="Arial"/>
              </a:defRPr>
            </a:lvl8pPr>
            <a:lvl9pPr marL="0" marR="0" lvl="8" indent="0" algn="ctr" rtl="0">
              <a:spcBef>
                <a:spcPts val="0"/>
              </a:spcBef>
              <a:buNone/>
              <a:defRPr sz="1600" b="0" i="0" u="none" strike="noStrike" cap="none">
                <a:solidFill>
                  <a:srgbClr val="888888"/>
                </a:solidFill>
                <a:latin typeface="Arial"/>
                <a:ea typeface="Arial"/>
                <a:cs typeface="Arial"/>
                <a:sym typeface="Arial"/>
              </a:defRPr>
            </a:lvl9pPr>
          </a:lstStyle>
          <a:p>
            <a:fld id="{00000000-1234-1234-1234-123412341234}" type="slidenum">
              <a:rPr lang="en-US" altLang="ja-JP" smtClean="0"/>
              <a:pPr/>
              <a:t>‹#›</a:t>
            </a:fld>
            <a:endParaRPr lang="ja-JP" altLang="en-US" dirty="0"/>
          </a:p>
        </p:txBody>
      </p:sp>
    </p:spTree>
    <p:extLst>
      <p:ext uri="{BB962C8B-B14F-4D97-AF65-F5344CB8AC3E}">
        <p14:creationId xmlns:p14="http://schemas.microsoft.com/office/powerpoint/2010/main" val="2878391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本文">
    <p:bg>
      <p:bgPr>
        <a:gradFill>
          <a:gsLst>
            <a:gs pos="0">
              <a:schemeClr val="accent1"/>
            </a:gs>
            <a:gs pos="100000">
              <a:schemeClr val="accent2"/>
            </a:gs>
          </a:gsLst>
          <a:lin ang="2700000" scaled="1"/>
        </a:gra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6A5FC5D7-DF2E-7430-AC7F-2B001A9E76C2}"/>
              </a:ext>
            </a:extLst>
          </p:cNvPr>
          <p:cNvSpPr/>
          <p:nvPr userDrawn="1"/>
        </p:nvSpPr>
        <p:spPr>
          <a:xfrm>
            <a:off x="128136" y="121895"/>
            <a:ext cx="11935728" cy="6614210"/>
          </a:xfrm>
          <a:prstGeom prst="roundRect">
            <a:avLst>
              <a:gd name="adj" fmla="val 24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dirty="0"/>
          </a:p>
        </p:txBody>
      </p:sp>
      <p:sp>
        <p:nvSpPr>
          <p:cNvPr id="16" name="テキスト プレースホルダー 16">
            <a:extLst>
              <a:ext uri="{FF2B5EF4-FFF2-40B4-BE49-F238E27FC236}">
                <a16:creationId xmlns:a16="http://schemas.microsoft.com/office/drawing/2014/main" id="{318E4ACB-4699-FA3C-A7B5-A5DCDA5DC0B7}"/>
              </a:ext>
            </a:extLst>
          </p:cNvPr>
          <p:cNvSpPr>
            <a:spLocks noGrp="1"/>
          </p:cNvSpPr>
          <p:nvPr>
            <p:ph type="body" sz="quarter" idx="11" hasCustomPrompt="1"/>
          </p:nvPr>
        </p:nvSpPr>
        <p:spPr>
          <a:xfrm>
            <a:off x="465432" y="336793"/>
            <a:ext cx="10076118" cy="400994"/>
          </a:xfrm>
          <a:prstGeom prst="rect">
            <a:avLst/>
          </a:prstGeom>
          <a:noFill/>
          <a:ln w="28575">
            <a:noFill/>
          </a:ln>
        </p:spPr>
        <p:txBody>
          <a:bodyPr lIns="0" tIns="0" rIns="0" bIns="0" anchor="ctr"/>
          <a:lstStyle>
            <a:lvl1pPr>
              <a:defRPr sz="2400" b="1" i="0">
                <a:gradFill>
                  <a:gsLst>
                    <a:gs pos="0">
                      <a:schemeClr val="accent1"/>
                    </a:gs>
                    <a:gs pos="100000">
                      <a:schemeClr val="accent2"/>
                    </a:gs>
                  </a:gsLst>
                  <a:lin ang="2700000" scaled="0"/>
                </a:gradFill>
                <a:latin typeface="Noto Sans JP" panose="020B0500000000000000" pitchFamily="34" charset="-128"/>
                <a:ea typeface="Noto Sans JP" panose="020B0500000000000000" pitchFamily="34" charset="-128"/>
              </a:defRPr>
            </a:lvl1pPr>
          </a:lstStyle>
          <a:p>
            <a:pPr lvl="0"/>
            <a:r>
              <a:rPr kumimoji="1" lang="ja-JP" altLang="en-US" dirty="0"/>
              <a:t>タイトル</a:t>
            </a:r>
          </a:p>
        </p:txBody>
      </p:sp>
      <p:sp>
        <p:nvSpPr>
          <p:cNvPr id="20" name="テキスト プレースホルダー 16">
            <a:extLst>
              <a:ext uri="{FF2B5EF4-FFF2-40B4-BE49-F238E27FC236}">
                <a16:creationId xmlns:a16="http://schemas.microsoft.com/office/drawing/2014/main" id="{5435367D-5674-53F1-D78A-1849090CA4F2}"/>
              </a:ext>
            </a:extLst>
          </p:cNvPr>
          <p:cNvSpPr>
            <a:spLocks noGrp="1"/>
          </p:cNvSpPr>
          <p:nvPr>
            <p:ph type="body" sz="quarter" idx="14" hasCustomPrompt="1"/>
          </p:nvPr>
        </p:nvSpPr>
        <p:spPr>
          <a:xfrm>
            <a:off x="465432" y="877673"/>
            <a:ext cx="10076118" cy="720122"/>
          </a:xfrm>
          <a:prstGeom prst="rect">
            <a:avLst/>
          </a:prstGeom>
          <a:noFill/>
          <a:ln w="28575">
            <a:noFill/>
          </a:ln>
        </p:spPr>
        <p:txBody>
          <a:bodyPr lIns="0" tIns="0" rIns="0" bIns="0" anchor="t"/>
          <a:lstStyle>
            <a:lvl1pPr>
              <a:lnSpc>
                <a:spcPct val="110000"/>
              </a:lnSpc>
              <a:defRPr sz="1800" b="0" i="0">
                <a:solidFill>
                  <a:schemeClr val="tx1"/>
                </a:solidFill>
                <a:latin typeface="Noto Sans JP" panose="020B0500000000000000" pitchFamily="34" charset="-128"/>
                <a:ea typeface="Noto Sans JP" panose="020B0500000000000000" pitchFamily="34" charset="-128"/>
              </a:defRPr>
            </a:lvl1pPr>
          </a:lstStyle>
          <a:p>
            <a:pPr lvl="0"/>
            <a:r>
              <a:rPr kumimoji="1" lang="ja-JP" altLang="en-US" dirty="0"/>
              <a:t>タイトル</a:t>
            </a:r>
          </a:p>
        </p:txBody>
      </p:sp>
      <p:sp>
        <p:nvSpPr>
          <p:cNvPr id="21" name="Google Shape;14;p13">
            <a:extLst>
              <a:ext uri="{FF2B5EF4-FFF2-40B4-BE49-F238E27FC236}">
                <a16:creationId xmlns:a16="http://schemas.microsoft.com/office/drawing/2014/main" id="{BCAE7B87-02D5-4453-13D2-CA084BFA9C61}"/>
              </a:ext>
            </a:extLst>
          </p:cNvPr>
          <p:cNvSpPr txBox="1"/>
          <p:nvPr userDrawn="1"/>
        </p:nvSpPr>
        <p:spPr>
          <a:xfrm>
            <a:off x="321445" y="6368768"/>
            <a:ext cx="1728328" cy="215403"/>
          </a:xfrm>
          <a:prstGeom prst="rect">
            <a:avLst/>
          </a:prstGeom>
          <a:noFill/>
          <a:ln>
            <a:noFill/>
          </a:ln>
        </p:spPr>
        <p:txBody>
          <a:bodyPr spcFirstLastPara="1" wrap="none" lIns="0" tIns="0" rIns="0" bIns="0" anchor="b" anchorCtr="0">
            <a:noAutofit/>
          </a:bodyPr>
          <a:lstStyle/>
          <a:p>
            <a:pPr marL="0" marR="0" lvl="0" indent="0" algn="l" rtl="0">
              <a:spcBef>
                <a:spcPts val="0"/>
              </a:spcBef>
              <a:spcAft>
                <a:spcPts val="0"/>
              </a:spcAft>
              <a:buNone/>
            </a:pPr>
            <a:r>
              <a:rPr lang="en-US" altLang="ja-JP" sz="800" b="0" i="0" u="none" strike="noStrike" cap="none" dirty="0">
                <a:gradFill>
                  <a:gsLst>
                    <a:gs pos="0">
                      <a:schemeClr val="accent1"/>
                    </a:gs>
                    <a:gs pos="100000">
                      <a:schemeClr val="accent2"/>
                    </a:gs>
                  </a:gsLst>
                  <a:lin ang="2700000" scaled="1"/>
                </a:gradFill>
                <a:latin typeface="Noto Sans JP" panose="020B0500000000000000" pitchFamily="34" charset="-128"/>
                <a:ea typeface="Noto Sans JP" panose="020B0500000000000000" pitchFamily="34" charset="-128"/>
                <a:sym typeface="Arial"/>
              </a:rPr>
              <a:t>©︎ XXXXX Inc. All Right Reserved.</a:t>
            </a:r>
            <a:endParaRPr lang="en-US" sz="800" b="0" i="0" dirty="0">
              <a:gradFill>
                <a:gsLst>
                  <a:gs pos="0">
                    <a:schemeClr val="accent1"/>
                  </a:gs>
                  <a:gs pos="100000">
                    <a:schemeClr val="accent2"/>
                  </a:gs>
                </a:gsLst>
                <a:lin ang="2700000" scaled="1"/>
              </a:gradFill>
              <a:latin typeface="Noto Sans JP" panose="020B0500000000000000" pitchFamily="34" charset="-128"/>
              <a:ea typeface="Noto Sans JP" panose="020B0500000000000000" pitchFamily="34" charset="-128"/>
              <a:sym typeface="Arial"/>
            </a:endParaRPr>
          </a:p>
        </p:txBody>
      </p:sp>
      <p:sp>
        <p:nvSpPr>
          <p:cNvPr id="22" name="Google Shape;12;p13">
            <a:extLst>
              <a:ext uri="{FF2B5EF4-FFF2-40B4-BE49-F238E27FC236}">
                <a16:creationId xmlns:a16="http://schemas.microsoft.com/office/drawing/2014/main" id="{DFC56C5C-AD00-C240-2782-B9F85CDB2FBC}"/>
              </a:ext>
            </a:extLst>
          </p:cNvPr>
          <p:cNvSpPr txBox="1">
            <a:spLocks noGrp="1"/>
          </p:cNvSpPr>
          <p:nvPr>
            <p:ph type="sldNum" idx="13"/>
          </p:nvPr>
        </p:nvSpPr>
        <p:spPr>
          <a:xfrm>
            <a:off x="11377757" y="6341460"/>
            <a:ext cx="433243" cy="242711"/>
          </a:xfrm>
          <a:prstGeom prst="rect">
            <a:avLst/>
          </a:prstGeom>
          <a:noFill/>
          <a:ln>
            <a:noFill/>
          </a:ln>
        </p:spPr>
        <p:txBody>
          <a:bodyPr spcFirstLastPara="1" wrap="none" lIns="0" tIns="0" rIns="0" bIns="0" anchor="b" anchorCtr="0">
            <a:noAutofit/>
          </a:bodyPr>
          <a:lstStyle>
            <a:lvl1pPr marL="0" marR="0" lvl="0" indent="0" algn="r" rtl="0">
              <a:spcBef>
                <a:spcPts val="0"/>
              </a:spcBef>
              <a:buNone/>
              <a:defRPr sz="1400" b="1" i="0" u="none" strike="noStrike" cap="none">
                <a:gradFill>
                  <a:gsLst>
                    <a:gs pos="0">
                      <a:schemeClr val="accent1"/>
                    </a:gs>
                    <a:gs pos="100000">
                      <a:schemeClr val="accent2"/>
                    </a:gs>
                  </a:gsLst>
                  <a:lin ang="2700000" scaled="1"/>
                </a:gradFill>
                <a:latin typeface="Noto Sans JP" panose="020B0500000000000000" pitchFamily="34" charset="-128"/>
                <a:ea typeface="Noto Sans JP" panose="020B0500000000000000" pitchFamily="34" charset="-128"/>
                <a:cs typeface="Arial"/>
                <a:sym typeface="Arial"/>
              </a:defRPr>
            </a:lvl1pPr>
            <a:lvl2pPr marL="0" marR="0" lvl="1" indent="0" algn="ctr" rtl="0">
              <a:spcBef>
                <a:spcPts val="0"/>
              </a:spcBef>
              <a:buNone/>
              <a:defRPr sz="1600" b="0" i="0" u="none" strike="noStrike" cap="none">
                <a:solidFill>
                  <a:srgbClr val="888888"/>
                </a:solidFill>
                <a:latin typeface="Arial"/>
                <a:ea typeface="Arial"/>
                <a:cs typeface="Arial"/>
                <a:sym typeface="Arial"/>
              </a:defRPr>
            </a:lvl2pPr>
            <a:lvl3pPr marL="0" marR="0" lvl="2" indent="0" algn="ctr" rtl="0">
              <a:spcBef>
                <a:spcPts val="0"/>
              </a:spcBef>
              <a:buNone/>
              <a:defRPr sz="1600" b="0" i="0" u="none" strike="noStrike" cap="none">
                <a:solidFill>
                  <a:srgbClr val="888888"/>
                </a:solidFill>
                <a:latin typeface="Arial"/>
                <a:ea typeface="Arial"/>
                <a:cs typeface="Arial"/>
                <a:sym typeface="Arial"/>
              </a:defRPr>
            </a:lvl3pPr>
            <a:lvl4pPr marL="0" marR="0" lvl="3" indent="0" algn="ctr" rtl="0">
              <a:spcBef>
                <a:spcPts val="0"/>
              </a:spcBef>
              <a:buNone/>
              <a:defRPr sz="1600" b="0" i="0" u="none" strike="noStrike" cap="none">
                <a:solidFill>
                  <a:srgbClr val="888888"/>
                </a:solidFill>
                <a:latin typeface="Arial"/>
                <a:ea typeface="Arial"/>
                <a:cs typeface="Arial"/>
                <a:sym typeface="Arial"/>
              </a:defRPr>
            </a:lvl4pPr>
            <a:lvl5pPr marL="0" marR="0" lvl="4" indent="0" algn="ctr" rtl="0">
              <a:spcBef>
                <a:spcPts val="0"/>
              </a:spcBef>
              <a:buNone/>
              <a:defRPr sz="1600" b="0" i="0" u="none" strike="noStrike" cap="none">
                <a:solidFill>
                  <a:srgbClr val="888888"/>
                </a:solidFill>
                <a:latin typeface="Arial"/>
                <a:ea typeface="Arial"/>
                <a:cs typeface="Arial"/>
                <a:sym typeface="Arial"/>
              </a:defRPr>
            </a:lvl5pPr>
            <a:lvl6pPr marL="0" marR="0" lvl="5" indent="0" algn="ctr" rtl="0">
              <a:spcBef>
                <a:spcPts val="0"/>
              </a:spcBef>
              <a:buNone/>
              <a:defRPr sz="1600" b="0" i="0" u="none" strike="noStrike" cap="none">
                <a:solidFill>
                  <a:srgbClr val="888888"/>
                </a:solidFill>
                <a:latin typeface="Arial"/>
                <a:ea typeface="Arial"/>
                <a:cs typeface="Arial"/>
                <a:sym typeface="Arial"/>
              </a:defRPr>
            </a:lvl6pPr>
            <a:lvl7pPr marL="0" marR="0" lvl="6" indent="0" algn="ctr" rtl="0">
              <a:spcBef>
                <a:spcPts val="0"/>
              </a:spcBef>
              <a:buNone/>
              <a:defRPr sz="1600" b="0" i="0" u="none" strike="noStrike" cap="none">
                <a:solidFill>
                  <a:srgbClr val="888888"/>
                </a:solidFill>
                <a:latin typeface="Arial"/>
                <a:ea typeface="Arial"/>
                <a:cs typeface="Arial"/>
                <a:sym typeface="Arial"/>
              </a:defRPr>
            </a:lvl7pPr>
            <a:lvl8pPr marL="0" marR="0" lvl="7" indent="0" algn="ctr" rtl="0">
              <a:spcBef>
                <a:spcPts val="0"/>
              </a:spcBef>
              <a:buNone/>
              <a:defRPr sz="1600" b="0" i="0" u="none" strike="noStrike" cap="none">
                <a:solidFill>
                  <a:srgbClr val="888888"/>
                </a:solidFill>
                <a:latin typeface="Arial"/>
                <a:ea typeface="Arial"/>
                <a:cs typeface="Arial"/>
                <a:sym typeface="Arial"/>
              </a:defRPr>
            </a:lvl8pPr>
            <a:lvl9pPr marL="0" marR="0" lvl="8" indent="0" algn="ctr" rtl="0">
              <a:spcBef>
                <a:spcPts val="0"/>
              </a:spcBef>
              <a:buNone/>
              <a:defRPr sz="1600" b="0" i="0" u="none" strike="noStrike" cap="none">
                <a:solidFill>
                  <a:srgbClr val="888888"/>
                </a:solidFill>
                <a:latin typeface="Arial"/>
                <a:ea typeface="Arial"/>
                <a:cs typeface="Arial"/>
                <a:sym typeface="Arial"/>
              </a:defRPr>
            </a:lvl9pPr>
          </a:lstStyle>
          <a:p>
            <a:fld id="{00000000-1234-1234-1234-123412341234}" type="slidenum">
              <a:rPr lang="en-US" altLang="ja-JP" smtClean="0"/>
              <a:pPr/>
              <a:t>‹#›</a:t>
            </a:fld>
            <a:endParaRPr lang="ja-JP" altLang="en-US" dirty="0"/>
          </a:p>
        </p:txBody>
      </p:sp>
      <p:sp>
        <p:nvSpPr>
          <p:cNvPr id="3" name="正方形/長方形 2">
            <a:extLst>
              <a:ext uri="{FF2B5EF4-FFF2-40B4-BE49-F238E27FC236}">
                <a16:creationId xmlns:a16="http://schemas.microsoft.com/office/drawing/2014/main" id="{AE3B6C84-2734-2717-7092-BAA43B05B54C}"/>
              </a:ext>
            </a:extLst>
          </p:cNvPr>
          <p:cNvSpPr/>
          <p:nvPr userDrawn="1"/>
        </p:nvSpPr>
        <p:spPr>
          <a:xfrm>
            <a:off x="0" y="500829"/>
            <a:ext cx="398463" cy="729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Tree>
    <p:extLst>
      <p:ext uri="{BB962C8B-B14F-4D97-AF65-F5344CB8AC3E}">
        <p14:creationId xmlns:p14="http://schemas.microsoft.com/office/powerpoint/2010/main" val="72166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本文（キーメッセージなし）">
    <p:bg>
      <p:bgPr>
        <a:gradFill>
          <a:gsLst>
            <a:gs pos="0">
              <a:schemeClr val="accent1"/>
            </a:gs>
            <a:gs pos="100000">
              <a:schemeClr val="accent2"/>
            </a:gs>
          </a:gsLst>
          <a:lin ang="2700000" scaled="1"/>
        </a:gra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6A5FC5D7-DF2E-7430-AC7F-2B001A9E76C2}"/>
              </a:ext>
            </a:extLst>
          </p:cNvPr>
          <p:cNvSpPr/>
          <p:nvPr userDrawn="1"/>
        </p:nvSpPr>
        <p:spPr>
          <a:xfrm>
            <a:off x="128136" y="121895"/>
            <a:ext cx="11935728" cy="6614210"/>
          </a:xfrm>
          <a:prstGeom prst="roundRect">
            <a:avLst>
              <a:gd name="adj" fmla="val 24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dirty="0"/>
          </a:p>
        </p:txBody>
      </p:sp>
      <p:sp>
        <p:nvSpPr>
          <p:cNvPr id="16" name="テキスト プレースホルダー 16">
            <a:extLst>
              <a:ext uri="{FF2B5EF4-FFF2-40B4-BE49-F238E27FC236}">
                <a16:creationId xmlns:a16="http://schemas.microsoft.com/office/drawing/2014/main" id="{318E4ACB-4699-FA3C-A7B5-A5DCDA5DC0B7}"/>
              </a:ext>
            </a:extLst>
          </p:cNvPr>
          <p:cNvSpPr>
            <a:spLocks noGrp="1"/>
          </p:cNvSpPr>
          <p:nvPr>
            <p:ph type="body" sz="quarter" idx="11" hasCustomPrompt="1"/>
          </p:nvPr>
        </p:nvSpPr>
        <p:spPr>
          <a:xfrm>
            <a:off x="465432" y="336793"/>
            <a:ext cx="10076118" cy="400994"/>
          </a:xfrm>
          <a:prstGeom prst="rect">
            <a:avLst/>
          </a:prstGeom>
          <a:noFill/>
          <a:ln w="28575">
            <a:noFill/>
          </a:ln>
        </p:spPr>
        <p:txBody>
          <a:bodyPr lIns="0" tIns="0" rIns="0" bIns="0" anchor="ctr"/>
          <a:lstStyle>
            <a:lvl1pPr>
              <a:defRPr sz="2400" b="1" i="0">
                <a:gradFill>
                  <a:gsLst>
                    <a:gs pos="0">
                      <a:schemeClr val="accent1"/>
                    </a:gs>
                    <a:gs pos="100000">
                      <a:schemeClr val="accent2"/>
                    </a:gs>
                  </a:gsLst>
                  <a:lin ang="2700000" scaled="0"/>
                </a:gradFill>
                <a:latin typeface="Noto Sans JP" panose="020B0500000000000000" pitchFamily="34" charset="-128"/>
                <a:ea typeface="Noto Sans JP" panose="020B0500000000000000" pitchFamily="34" charset="-128"/>
              </a:defRPr>
            </a:lvl1pPr>
          </a:lstStyle>
          <a:p>
            <a:pPr lvl="0"/>
            <a:r>
              <a:rPr kumimoji="1" lang="ja-JP" altLang="en-US" dirty="0"/>
              <a:t>タイトル</a:t>
            </a:r>
          </a:p>
        </p:txBody>
      </p:sp>
      <p:sp>
        <p:nvSpPr>
          <p:cNvPr id="18" name="正方形/長方形 17">
            <a:extLst>
              <a:ext uri="{FF2B5EF4-FFF2-40B4-BE49-F238E27FC236}">
                <a16:creationId xmlns:a16="http://schemas.microsoft.com/office/drawing/2014/main" id="{D48B5CE9-CC0B-CDE4-B6B6-D31C69A68A71}"/>
              </a:ext>
            </a:extLst>
          </p:cNvPr>
          <p:cNvSpPr/>
          <p:nvPr userDrawn="1"/>
        </p:nvSpPr>
        <p:spPr>
          <a:xfrm>
            <a:off x="0" y="500829"/>
            <a:ext cx="398463" cy="729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21" name="Google Shape;14;p13">
            <a:extLst>
              <a:ext uri="{FF2B5EF4-FFF2-40B4-BE49-F238E27FC236}">
                <a16:creationId xmlns:a16="http://schemas.microsoft.com/office/drawing/2014/main" id="{BCAE7B87-02D5-4453-13D2-CA084BFA9C61}"/>
              </a:ext>
            </a:extLst>
          </p:cNvPr>
          <p:cNvSpPr txBox="1"/>
          <p:nvPr userDrawn="1"/>
        </p:nvSpPr>
        <p:spPr>
          <a:xfrm>
            <a:off x="321445" y="6368768"/>
            <a:ext cx="1728328" cy="215403"/>
          </a:xfrm>
          <a:prstGeom prst="rect">
            <a:avLst/>
          </a:prstGeom>
          <a:noFill/>
          <a:ln>
            <a:noFill/>
          </a:ln>
        </p:spPr>
        <p:txBody>
          <a:bodyPr spcFirstLastPara="1" wrap="none" lIns="0" tIns="0" rIns="0" bIns="0" anchor="b" anchorCtr="0">
            <a:noAutofit/>
          </a:bodyPr>
          <a:lstStyle/>
          <a:p>
            <a:pPr marL="0" marR="0" lvl="0" indent="0" algn="l" rtl="0">
              <a:spcBef>
                <a:spcPts val="0"/>
              </a:spcBef>
              <a:spcAft>
                <a:spcPts val="0"/>
              </a:spcAft>
              <a:buNone/>
            </a:pPr>
            <a:r>
              <a:rPr lang="en-US" altLang="ja-JP" sz="800" b="0" i="0" u="none" strike="noStrike" cap="none" dirty="0">
                <a:gradFill>
                  <a:gsLst>
                    <a:gs pos="0">
                      <a:schemeClr val="accent1"/>
                    </a:gs>
                    <a:gs pos="100000">
                      <a:schemeClr val="accent2"/>
                    </a:gs>
                  </a:gsLst>
                  <a:lin ang="2700000" scaled="1"/>
                </a:gradFill>
                <a:latin typeface="Noto Sans JP" panose="020B0500000000000000" pitchFamily="34" charset="-128"/>
                <a:ea typeface="Noto Sans JP" panose="020B0500000000000000" pitchFamily="34" charset="-128"/>
                <a:sym typeface="Arial"/>
              </a:rPr>
              <a:t>©︎ XXXXX Inc. All Right Reserved.</a:t>
            </a:r>
            <a:endParaRPr lang="en-US" sz="800" b="0" i="0" dirty="0">
              <a:gradFill>
                <a:gsLst>
                  <a:gs pos="0">
                    <a:schemeClr val="accent1"/>
                  </a:gs>
                  <a:gs pos="100000">
                    <a:schemeClr val="accent2"/>
                  </a:gs>
                </a:gsLst>
                <a:lin ang="2700000" scaled="1"/>
              </a:gradFill>
              <a:latin typeface="Noto Sans JP" panose="020B0500000000000000" pitchFamily="34" charset="-128"/>
              <a:ea typeface="Noto Sans JP" panose="020B0500000000000000" pitchFamily="34" charset="-128"/>
              <a:sym typeface="Arial"/>
            </a:endParaRPr>
          </a:p>
        </p:txBody>
      </p:sp>
      <p:sp>
        <p:nvSpPr>
          <p:cNvPr id="22" name="Google Shape;12;p13">
            <a:extLst>
              <a:ext uri="{FF2B5EF4-FFF2-40B4-BE49-F238E27FC236}">
                <a16:creationId xmlns:a16="http://schemas.microsoft.com/office/drawing/2014/main" id="{DFC56C5C-AD00-C240-2782-B9F85CDB2FBC}"/>
              </a:ext>
            </a:extLst>
          </p:cNvPr>
          <p:cNvSpPr txBox="1">
            <a:spLocks noGrp="1"/>
          </p:cNvSpPr>
          <p:nvPr>
            <p:ph type="sldNum" idx="13"/>
          </p:nvPr>
        </p:nvSpPr>
        <p:spPr>
          <a:xfrm>
            <a:off x="11377757" y="6341460"/>
            <a:ext cx="433243" cy="242711"/>
          </a:xfrm>
          <a:prstGeom prst="rect">
            <a:avLst/>
          </a:prstGeom>
          <a:noFill/>
          <a:ln>
            <a:noFill/>
          </a:ln>
        </p:spPr>
        <p:txBody>
          <a:bodyPr spcFirstLastPara="1" wrap="none" lIns="0" tIns="0" rIns="0" bIns="0" anchor="b" anchorCtr="0">
            <a:noAutofit/>
          </a:bodyPr>
          <a:lstStyle>
            <a:lvl1pPr marL="0" marR="0" lvl="0" indent="0" algn="r" rtl="0">
              <a:spcBef>
                <a:spcPts val="0"/>
              </a:spcBef>
              <a:buNone/>
              <a:defRPr sz="1400" b="1" i="0" u="none" strike="noStrike" cap="none">
                <a:gradFill>
                  <a:gsLst>
                    <a:gs pos="0">
                      <a:schemeClr val="accent1"/>
                    </a:gs>
                    <a:gs pos="100000">
                      <a:schemeClr val="accent2"/>
                    </a:gs>
                  </a:gsLst>
                  <a:lin ang="2700000" scaled="1"/>
                </a:gradFill>
                <a:latin typeface="Noto Sans JP" panose="020B0500000000000000" pitchFamily="34" charset="-128"/>
                <a:ea typeface="Noto Sans JP" panose="020B0500000000000000" pitchFamily="34" charset="-128"/>
                <a:cs typeface="Arial"/>
                <a:sym typeface="Arial"/>
              </a:defRPr>
            </a:lvl1pPr>
            <a:lvl2pPr marL="0" marR="0" lvl="1" indent="0" algn="ctr" rtl="0">
              <a:spcBef>
                <a:spcPts val="0"/>
              </a:spcBef>
              <a:buNone/>
              <a:defRPr sz="1600" b="0" i="0" u="none" strike="noStrike" cap="none">
                <a:solidFill>
                  <a:srgbClr val="888888"/>
                </a:solidFill>
                <a:latin typeface="Arial"/>
                <a:ea typeface="Arial"/>
                <a:cs typeface="Arial"/>
                <a:sym typeface="Arial"/>
              </a:defRPr>
            </a:lvl2pPr>
            <a:lvl3pPr marL="0" marR="0" lvl="2" indent="0" algn="ctr" rtl="0">
              <a:spcBef>
                <a:spcPts val="0"/>
              </a:spcBef>
              <a:buNone/>
              <a:defRPr sz="1600" b="0" i="0" u="none" strike="noStrike" cap="none">
                <a:solidFill>
                  <a:srgbClr val="888888"/>
                </a:solidFill>
                <a:latin typeface="Arial"/>
                <a:ea typeface="Arial"/>
                <a:cs typeface="Arial"/>
                <a:sym typeface="Arial"/>
              </a:defRPr>
            </a:lvl3pPr>
            <a:lvl4pPr marL="0" marR="0" lvl="3" indent="0" algn="ctr" rtl="0">
              <a:spcBef>
                <a:spcPts val="0"/>
              </a:spcBef>
              <a:buNone/>
              <a:defRPr sz="1600" b="0" i="0" u="none" strike="noStrike" cap="none">
                <a:solidFill>
                  <a:srgbClr val="888888"/>
                </a:solidFill>
                <a:latin typeface="Arial"/>
                <a:ea typeface="Arial"/>
                <a:cs typeface="Arial"/>
                <a:sym typeface="Arial"/>
              </a:defRPr>
            </a:lvl4pPr>
            <a:lvl5pPr marL="0" marR="0" lvl="4" indent="0" algn="ctr" rtl="0">
              <a:spcBef>
                <a:spcPts val="0"/>
              </a:spcBef>
              <a:buNone/>
              <a:defRPr sz="1600" b="0" i="0" u="none" strike="noStrike" cap="none">
                <a:solidFill>
                  <a:srgbClr val="888888"/>
                </a:solidFill>
                <a:latin typeface="Arial"/>
                <a:ea typeface="Arial"/>
                <a:cs typeface="Arial"/>
                <a:sym typeface="Arial"/>
              </a:defRPr>
            </a:lvl5pPr>
            <a:lvl6pPr marL="0" marR="0" lvl="5" indent="0" algn="ctr" rtl="0">
              <a:spcBef>
                <a:spcPts val="0"/>
              </a:spcBef>
              <a:buNone/>
              <a:defRPr sz="1600" b="0" i="0" u="none" strike="noStrike" cap="none">
                <a:solidFill>
                  <a:srgbClr val="888888"/>
                </a:solidFill>
                <a:latin typeface="Arial"/>
                <a:ea typeface="Arial"/>
                <a:cs typeface="Arial"/>
                <a:sym typeface="Arial"/>
              </a:defRPr>
            </a:lvl6pPr>
            <a:lvl7pPr marL="0" marR="0" lvl="6" indent="0" algn="ctr" rtl="0">
              <a:spcBef>
                <a:spcPts val="0"/>
              </a:spcBef>
              <a:buNone/>
              <a:defRPr sz="1600" b="0" i="0" u="none" strike="noStrike" cap="none">
                <a:solidFill>
                  <a:srgbClr val="888888"/>
                </a:solidFill>
                <a:latin typeface="Arial"/>
                <a:ea typeface="Arial"/>
                <a:cs typeface="Arial"/>
                <a:sym typeface="Arial"/>
              </a:defRPr>
            </a:lvl7pPr>
            <a:lvl8pPr marL="0" marR="0" lvl="7" indent="0" algn="ctr" rtl="0">
              <a:spcBef>
                <a:spcPts val="0"/>
              </a:spcBef>
              <a:buNone/>
              <a:defRPr sz="1600" b="0" i="0" u="none" strike="noStrike" cap="none">
                <a:solidFill>
                  <a:srgbClr val="888888"/>
                </a:solidFill>
                <a:latin typeface="Arial"/>
                <a:ea typeface="Arial"/>
                <a:cs typeface="Arial"/>
                <a:sym typeface="Arial"/>
              </a:defRPr>
            </a:lvl8pPr>
            <a:lvl9pPr marL="0" marR="0" lvl="8" indent="0" algn="ctr" rtl="0">
              <a:spcBef>
                <a:spcPts val="0"/>
              </a:spcBef>
              <a:buNone/>
              <a:defRPr sz="1600" b="0" i="0" u="none" strike="noStrike" cap="none">
                <a:solidFill>
                  <a:srgbClr val="888888"/>
                </a:solidFill>
                <a:latin typeface="Arial"/>
                <a:ea typeface="Arial"/>
                <a:cs typeface="Arial"/>
                <a:sym typeface="Arial"/>
              </a:defRPr>
            </a:lvl9pPr>
          </a:lstStyle>
          <a:p>
            <a:fld id="{00000000-1234-1234-1234-123412341234}" type="slidenum">
              <a:rPr lang="en-US" altLang="ja-JP" smtClean="0"/>
              <a:pPr/>
              <a:t>‹#›</a:t>
            </a:fld>
            <a:endParaRPr lang="ja-JP" altLang="en-US" dirty="0"/>
          </a:p>
        </p:txBody>
      </p:sp>
    </p:spTree>
    <p:extLst>
      <p:ext uri="{BB962C8B-B14F-4D97-AF65-F5344CB8AC3E}">
        <p14:creationId xmlns:p14="http://schemas.microsoft.com/office/powerpoint/2010/main" val="2249190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6" r:id="rId1"/>
    <p:sldLayoutId id="2147483665" r:id="rId2"/>
    <p:sldLayoutId id="2147483660" r:id="rId3"/>
    <p:sldLayoutId id="2147483663" r:id="rId4"/>
    <p:sldLayoutId id="2147483667" r:id="rId5"/>
    <p:sldLayoutId id="2147483657" r:id="rId6"/>
    <p:sldLayoutId id="2147483668"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hyperlink" Target="https://citycamp.co.jp/"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E59B-6E65-20C8-F6D9-A4866667B8B5}"/>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6CDB2B8-DBDF-3C88-716C-C6815109FF72}"/>
              </a:ext>
            </a:extLst>
          </p:cNvPr>
          <p:cNvSpPr>
            <a:spLocks noGrp="1"/>
          </p:cNvSpPr>
          <p:nvPr>
            <p:ph type="body" sz="quarter" idx="11"/>
          </p:nvPr>
        </p:nvSpPr>
        <p:spPr/>
        <p:txBody>
          <a:bodyPr/>
          <a:lstStyle/>
          <a:p>
            <a:r>
              <a:rPr lang="ja-JP" altLang="en-US"/>
              <a:t>不安障害とは</a:t>
            </a:r>
            <a:endParaRPr lang="ja-JP" altLang="en-US" dirty="0"/>
          </a:p>
        </p:txBody>
      </p:sp>
      <p:sp>
        <p:nvSpPr>
          <p:cNvPr id="3" name="テキスト プレースホルダー 2">
            <a:extLst>
              <a:ext uri="{FF2B5EF4-FFF2-40B4-BE49-F238E27FC236}">
                <a16:creationId xmlns:a16="http://schemas.microsoft.com/office/drawing/2014/main" id="{42E6F372-7CDB-D36B-86BC-D142055493A1}"/>
              </a:ext>
            </a:extLst>
          </p:cNvPr>
          <p:cNvSpPr>
            <a:spLocks noGrp="1"/>
          </p:cNvSpPr>
          <p:nvPr>
            <p:ph type="body" sz="quarter" idx="14"/>
          </p:nvPr>
        </p:nvSpPr>
        <p:spPr/>
        <p:txBody>
          <a:bodyPr/>
          <a:lstStyle/>
          <a:p>
            <a:r>
              <a:rPr lang="ja-JP" altLang="en-US" sz="2400" b="1"/>
              <a:t>不安障害：過度な恐怖・不安を特徴とする精神疾患</a:t>
            </a:r>
            <a:endParaRPr lang="en-US" altLang="ja-JP" sz="2400" b="1" dirty="0"/>
          </a:p>
          <a:p>
            <a:endParaRPr lang="en-US" altLang="ja-JP" sz="2400" dirty="0"/>
          </a:p>
          <a:p>
            <a:endParaRPr lang="ja-JP" altLang="en-US" sz="2400" b="1" dirty="0"/>
          </a:p>
        </p:txBody>
      </p:sp>
      <p:sp>
        <p:nvSpPr>
          <p:cNvPr id="4" name="スライド番号プレースホルダー 3">
            <a:extLst>
              <a:ext uri="{FF2B5EF4-FFF2-40B4-BE49-F238E27FC236}">
                <a16:creationId xmlns:a16="http://schemas.microsoft.com/office/drawing/2014/main" id="{1128B3DC-0AE1-DECF-E2A1-875ACA59E76B}"/>
              </a:ext>
            </a:extLst>
          </p:cNvPr>
          <p:cNvSpPr>
            <a:spLocks noGrp="1"/>
          </p:cNvSpPr>
          <p:nvPr>
            <p:ph type="sldNum" idx="13"/>
          </p:nvPr>
        </p:nvSpPr>
        <p:spPr/>
        <p:txBody>
          <a:bodyPr/>
          <a:lstStyle/>
          <a:p>
            <a:fld id="{00000000-1234-1234-1234-123412341234}" type="slidenum">
              <a:rPr lang="en-US" altLang="ja-JP" smtClean="0"/>
              <a:pPr/>
              <a:t>0</a:t>
            </a:fld>
            <a:endParaRPr lang="ja-JP" altLang="en-US" dirty="0"/>
          </a:p>
        </p:txBody>
      </p:sp>
      <p:sp>
        <p:nvSpPr>
          <p:cNvPr id="17" name="四角形: 角を丸くする 16">
            <a:extLst>
              <a:ext uri="{FF2B5EF4-FFF2-40B4-BE49-F238E27FC236}">
                <a16:creationId xmlns:a16="http://schemas.microsoft.com/office/drawing/2014/main" id="{76755E3B-64C3-F55E-D48B-37688A16E147}"/>
              </a:ext>
            </a:extLst>
          </p:cNvPr>
          <p:cNvSpPr/>
          <p:nvPr/>
        </p:nvSpPr>
        <p:spPr>
          <a:xfrm>
            <a:off x="465432" y="5971469"/>
            <a:ext cx="7109260"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 不安の認知・行動メカニズムの理解が重要</a:t>
            </a:r>
          </a:p>
        </p:txBody>
      </p:sp>
      <p:sp>
        <p:nvSpPr>
          <p:cNvPr id="9" name="テキスト プレースホルダー 2">
            <a:extLst>
              <a:ext uri="{FF2B5EF4-FFF2-40B4-BE49-F238E27FC236}">
                <a16:creationId xmlns:a16="http://schemas.microsoft.com/office/drawing/2014/main" id="{8F8E4E4D-5BA5-1A9E-4BD8-DABF8395926F}"/>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60000"/>
              </a:lnSpc>
            </a:pPr>
            <a:r>
              <a:rPr lang="ja-JP" altLang="en-US" sz="2400" b="1">
                <a:latin typeface="+mn-lt"/>
              </a:rPr>
              <a:t>患者数：</a:t>
            </a:r>
            <a:endParaRPr lang="en-US" altLang="ja-JP" sz="2400" b="1" dirty="0">
              <a:latin typeface="+mn-lt"/>
            </a:endParaRPr>
          </a:p>
          <a:p>
            <a:pPr marL="342900" lvl="1" indent="-342900">
              <a:lnSpc>
                <a:spcPct val="160000"/>
              </a:lnSpc>
              <a:buFont typeface="Arial" panose="020B0604020202020204" pitchFamily="34" charset="0"/>
              <a:buChar char="•"/>
            </a:pPr>
            <a:r>
              <a:rPr lang="ja-JP" altLang="en-US" sz="2000">
                <a:latin typeface="+mn-lt"/>
              </a:rPr>
              <a:t>世界で３億人</a:t>
            </a:r>
            <a:endParaRPr lang="en-US" altLang="ja-JP" sz="2000" dirty="0">
              <a:latin typeface="+mn-lt"/>
            </a:endParaRPr>
          </a:p>
          <a:p>
            <a:pPr>
              <a:lnSpc>
                <a:spcPct val="160000"/>
              </a:lnSpc>
            </a:pPr>
            <a:r>
              <a:rPr lang="ja-JP" altLang="en-US" sz="2400" b="1">
                <a:latin typeface="+mn-lt"/>
              </a:rPr>
              <a:t>主要な治療法：</a:t>
            </a:r>
            <a:endParaRPr lang="en-US" altLang="ja-JP" sz="2400" b="1" dirty="0">
              <a:latin typeface="+mn-lt"/>
            </a:endParaRPr>
          </a:p>
          <a:p>
            <a:pPr marL="457200" lvl="1" indent="-457200">
              <a:lnSpc>
                <a:spcPct val="160000"/>
              </a:lnSpc>
              <a:buFont typeface="Arial" panose="020B0604020202020204" pitchFamily="34" charset="0"/>
              <a:buChar char="•"/>
            </a:pPr>
            <a:r>
              <a:rPr lang="ja-JP" altLang="en-US" sz="2000">
                <a:latin typeface="+mn-lt"/>
              </a:rPr>
              <a:t>認知行動療法</a:t>
            </a:r>
            <a:endParaRPr lang="en-US" altLang="ja-JP" sz="2000" dirty="0">
              <a:latin typeface="+mn-lt"/>
            </a:endParaRPr>
          </a:p>
          <a:p>
            <a:pPr lvl="1">
              <a:lnSpc>
                <a:spcPct val="160000"/>
              </a:lnSpc>
            </a:pPr>
            <a:r>
              <a:rPr lang="en-US" altLang="ja-JP" sz="2400" dirty="0">
                <a:latin typeface="+mn-lt"/>
              </a:rPr>
              <a:t> </a:t>
            </a:r>
            <a:r>
              <a:rPr lang="ja-JP" altLang="en-US" sz="2400">
                <a:latin typeface="+mn-lt"/>
              </a:rPr>
              <a:t>問題点：</a:t>
            </a:r>
            <a:endParaRPr lang="en-US" altLang="ja-JP" sz="2400" dirty="0">
              <a:latin typeface="+mn-lt"/>
            </a:endParaRPr>
          </a:p>
          <a:p>
            <a:pPr lvl="1">
              <a:lnSpc>
                <a:spcPct val="160000"/>
              </a:lnSpc>
            </a:pPr>
            <a:r>
              <a:rPr lang="ja-JP" altLang="en-US" sz="2000">
                <a:latin typeface="+mn-lt"/>
              </a:rPr>
              <a:t>治療抵抗性、再発性が課題</a:t>
            </a:r>
          </a:p>
        </p:txBody>
      </p:sp>
    </p:spTree>
    <p:extLst>
      <p:ext uri="{BB962C8B-B14F-4D97-AF65-F5344CB8AC3E}">
        <p14:creationId xmlns:p14="http://schemas.microsoft.com/office/powerpoint/2010/main" val="3352425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954F-D7ED-A394-8203-1684C4760D7C}"/>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D65A46B-1022-6011-BFC7-72462B0EF837}"/>
              </a:ext>
            </a:extLst>
          </p:cNvPr>
          <p:cNvSpPr>
            <a:spLocks noGrp="1"/>
          </p:cNvSpPr>
          <p:nvPr>
            <p:ph type="body" sz="quarter" idx="11"/>
          </p:nvPr>
        </p:nvSpPr>
        <p:spPr/>
        <p:txBody>
          <a:bodyPr/>
          <a:lstStyle/>
          <a:p>
            <a:r>
              <a:rPr lang="ja-JP" altLang="en-US"/>
              <a:t>認知と行動のメカニズム</a:t>
            </a:r>
            <a:endParaRPr lang="ja-JP" altLang="en-US" dirty="0"/>
          </a:p>
        </p:txBody>
      </p:sp>
      <p:sp>
        <p:nvSpPr>
          <p:cNvPr id="3" name="テキスト プレースホルダー 2">
            <a:extLst>
              <a:ext uri="{FF2B5EF4-FFF2-40B4-BE49-F238E27FC236}">
                <a16:creationId xmlns:a16="http://schemas.microsoft.com/office/drawing/2014/main" id="{42C8D313-3AFE-EFB0-C271-1B9559B39965}"/>
              </a:ext>
            </a:extLst>
          </p:cNvPr>
          <p:cNvSpPr>
            <a:spLocks noGrp="1"/>
          </p:cNvSpPr>
          <p:nvPr>
            <p:ph type="body" sz="quarter" idx="14"/>
          </p:nvPr>
        </p:nvSpPr>
        <p:spPr/>
        <p:txBody>
          <a:bodyPr/>
          <a:lstStyle/>
          <a:p>
            <a:r>
              <a:rPr lang="ja-JP" altLang="en-US"/>
              <a:t>不安障害患者に特によくみられる認知行動メカニズムとして、</a:t>
            </a:r>
            <a:br>
              <a:rPr lang="en-US" altLang="ja-JP" dirty="0"/>
            </a:br>
            <a:r>
              <a:rPr lang="ja-JP" altLang="en-US" b="1"/>
              <a:t>不確実性に対する不耐性（</a:t>
            </a:r>
            <a:r>
              <a:rPr lang="en-US" altLang="ja-JP" b="1" dirty="0"/>
              <a:t>IU</a:t>
            </a:r>
            <a:r>
              <a:rPr lang="ja-JP" altLang="en-US" b="1"/>
              <a:t>：＿＝＝＝＝＝＝</a:t>
            </a:r>
            <a:r>
              <a:rPr lang="ja-JP" altLang="en-US"/>
              <a:t>）が指摘されている。</a:t>
            </a:r>
            <a:endParaRPr lang="en-US" altLang="ja-JP" dirty="0"/>
          </a:p>
          <a:p>
            <a:endParaRPr lang="ja-JP" altLang="en-US" dirty="0"/>
          </a:p>
        </p:txBody>
      </p:sp>
      <p:sp>
        <p:nvSpPr>
          <p:cNvPr id="4" name="スライド番号プレースホルダー 3">
            <a:extLst>
              <a:ext uri="{FF2B5EF4-FFF2-40B4-BE49-F238E27FC236}">
                <a16:creationId xmlns:a16="http://schemas.microsoft.com/office/drawing/2014/main" id="{2D2C3D13-2365-FAD0-ABCB-BF9A81239170}"/>
              </a:ext>
            </a:extLst>
          </p:cNvPr>
          <p:cNvSpPr>
            <a:spLocks noGrp="1"/>
          </p:cNvSpPr>
          <p:nvPr>
            <p:ph type="sldNum" idx="13"/>
          </p:nvPr>
        </p:nvSpPr>
        <p:spPr/>
        <p:txBody>
          <a:bodyPr/>
          <a:lstStyle/>
          <a:p>
            <a:fld id="{00000000-1234-1234-1234-123412341234}" type="slidenum">
              <a:rPr lang="en-US" altLang="ja-JP" smtClean="0"/>
              <a:pPr/>
              <a:t>1</a:t>
            </a:fld>
            <a:endParaRPr lang="ja-JP" altLang="en-US" dirty="0"/>
          </a:p>
        </p:txBody>
      </p:sp>
      <p:sp>
        <p:nvSpPr>
          <p:cNvPr id="17" name="四角形: 角を丸くする 16">
            <a:extLst>
              <a:ext uri="{FF2B5EF4-FFF2-40B4-BE49-F238E27FC236}">
                <a16:creationId xmlns:a16="http://schemas.microsoft.com/office/drawing/2014/main" id="{963D86E8-7092-7AA5-7A1F-2DC68E22D86D}"/>
              </a:ext>
            </a:extLst>
          </p:cNvPr>
          <p:cNvSpPr/>
          <p:nvPr/>
        </p:nvSpPr>
        <p:spPr>
          <a:xfrm>
            <a:off x="465431" y="4934857"/>
            <a:ext cx="10076117" cy="1406603"/>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→しかし、リスク・曖昧さを構成する心理学的要因とこれらのインタラクティブなメカニズムが不明である</a:t>
            </a:r>
          </a:p>
        </p:txBody>
      </p:sp>
      <p:sp>
        <p:nvSpPr>
          <p:cNvPr id="9" name="テキスト プレースホルダー 2">
            <a:extLst>
              <a:ext uri="{FF2B5EF4-FFF2-40B4-BE49-F238E27FC236}">
                <a16:creationId xmlns:a16="http://schemas.microsoft.com/office/drawing/2014/main" id="{EA065E3F-00A5-5FC5-D9D2-372901076059}"/>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60000"/>
              </a:lnSpc>
            </a:pPr>
            <a:r>
              <a:rPr lang="ja-JP" altLang="en-US" sz="2400" b="1">
                <a:latin typeface="+mn-lt"/>
              </a:rPr>
              <a:t>不確実性に対する不耐性とは？：</a:t>
            </a:r>
            <a:endParaRPr lang="en-US" altLang="ja-JP" sz="2000" b="1" dirty="0">
              <a:latin typeface="+mn-lt"/>
            </a:endParaRPr>
          </a:p>
          <a:p>
            <a:pPr marL="342900" lvl="1" indent="-342900">
              <a:lnSpc>
                <a:spcPct val="160000"/>
              </a:lnSpc>
              <a:buFont typeface="Arial" panose="020B0604020202020204" pitchFamily="34" charset="0"/>
              <a:buChar char="•"/>
            </a:pPr>
            <a:r>
              <a:rPr lang="ja-JP" altLang="en-US" sz="2000">
                <a:latin typeface="+mn-lt"/>
              </a:rPr>
              <a:t>定義ーーーー</a:t>
            </a:r>
            <a:endParaRPr lang="en-US" altLang="ja-JP" sz="2000" dirty="0">
              <a:latin typeface="+mn-lt"/>
            </a:endParaRPr>
          </a:p>
          <a:p>
            <a:pPr>
              <a:lnSpc>
                <a:spcPct val="160000"/>
              </a:lnSpc>
            </a:pPr>
            <a:r>
              <a:rPr lang="en-US" altLang="ja-JP" sz="2400" b="1" dirty="0">
                <a:latin typeface="+mn-lt"/>
              </a:rPr>
              <a:t>IU</a:t>
            </a:r>
            <a:r>
              <a:rPr lang="ja-JP" altLang="en-US" sz="2400" b="1">
                <a:latin typeface="+mn-lt"/>
              </a:rPr>
              <a:t>を形成する２つの異なる要因</a:t>
            </a:r>
            <a:endParaRPr lang="en-US" altLang="ja-JP" sz="2400" b="1" dirty="0">
              <a:latin typeface="+mn-lt"/>
            </a:endParaRPr>
          </a:p>
          <a:p>
            <a:pPr marL="342900" lvl="1" indent="-342900">
              <a:lnSpc>
                <a:spcPct val="160000"/>
              </a:lnSpc>
              <a:buFont typeface="Arial" panose="020B0604020202020204" pitchFamily="34" charset="0"/>
              <a:buChar char="•"/>
            </a:pPr>
            <a:r>
              <a:rPr lang="ja-JP" altLang="en-US" sz="2000">
                <a:latin typeface="+mn-lt"/>
              </a:rPr>
              <a:t>リスク：脅威をさける</a:t>
            </a:r>
            <a:endParaRPr lang="en-US" altLang="ja-JP" sz="2000" dirty="0">
              <a:latin typeface="+mn-lt"/>
            </a:endParaRPr>
          </a:p>
          <a:p>
            <a:pPr marL="342900" lvl="1" indent="-342900">
              <a:lnSpc>
                <a:spcPct val="160000"/>
              </a:lnSpc>
              <a:buFont typeface="Arial" panose="020B0604020202020204" pitchFamily="34" charset="0"/>
              <a:buChar char="•"/>
            </a:pPr>
            <a:r>
              <a:rPr lang="ja-JP" altLang="en-US" sz="2000">
                <a:latin typeface="+mn-lt"/>
              </a:rPr>
              <a:t>曖昧さ：曖昧なものを</a:t>
            </a:r>
            <a:r>
              <a:rPr lang="ja-JP" altLang="en-US" sz="2000"/>
              <a:t>さける</a:t>
            </a:r>
            <a:endParaRPr lang="en-US" altLang="ja-JP" sz="2000" dirty="0">
              <a:latin typeface="+mn-lt"/>
            </a:endParaRPr>
          </a:p>
          <a:p>
            <a:pPr marL="342900" indent="-342900">
              <a:lnSpc>
                <a:spcPct val="160000"/>
              </a:lnSpc>
              <a:buFont typeface="Arial" panose="020B0604020202020204" pitchFamily="34" charset="0"/>
              <a:buChar char="•"/>
            </a:pPr>
            <a:endParaRPr lang="en-US" altLang="ja-JP" sz="2400" dirty="0">
              <a:latin typeface="+mn-lt"/>
            </a:endParaRPr>
          </a:p>
        </p:txBody>
      </p:sp>
    </p:spTree>
    <p:extLst>
      <p:ext uri="{BB962C8B-B14F-4D97-AF65-F5344CB8AC3E}">
        <p14:creationId xmlns:p14="http://schemas.microsoft.com/office/powerpoint/2010/main" val="2736139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DC049-870E-6797-1C94-7EFCD497E76B}"/>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4E8C3ED-170C-7BF4-A98B-2DC7C7890CAD}"/>
              </a:ext>
            </a:extLst>
          </p:cNvPr>
          <p:cNvSpPr>
            <a:spLocks noGrp="1"/>
          </p:cNvSpPr>
          <p:nvPr>
            <p:ph type="body" sz="quarter" idx="11"/>
          </p:nvPr>
        </p:nvSpPr>
        <p:spPr/>
        <p:txBody>
          <a:bodyPr/>
          <a:lstStyle/>
          <a:p>
            <a:r>
              <a:rPr lang="ja-JP" altLang="en-US"/>
              <a:t>不確実性に対する不耐性（</a:t>
            </a:r>
            <a:r>
              <a:rPr lang="en-US" altLang="ja-JP" dirty="0"/>
              <a:t>IU</a:t>
            </a:r>
            <a:r>
              <a:rPr lang="ja-JP" altLang="en-US"/>
              <a:t>）の要因：注意バイアス</a:t>
            </a:r>
            <a:endParaRPr lang="ja-JP" altLang="en-US" dirty="0"/>
          </a:p>
        </p:txBody>
      </p:sp>
      <p:sp>
        <p:nvSpPr>
          <p:cNvPr id="3" name="テキスト プレースホルダー 2">
            <a:extLst>
              <a:ext uri="{FF2B5EF4-FFF2-40B4-BE49-F238E27FC236}">
                <a16:creationId xmlns:a16="http://schemas.microsoft.com/office/drawing/2014/main" id="{A9637257-35BF-7E04-AD3C-5DB7864CECCF}"/>
              </a:ext>
            </a:extLst>
          </p:cNvPr>
          <p:cNvSpPr>
            <a:spLocks noGrp="1"/>
          </p:cNvSpPr>
          <p:nvPr>
            <p:ph type="body" sz="quarter" idx="14"/>
          </p:nvPr>
        </p:nvSpPr>
        <p:spPr/>
        <p:txBody>
          <a:bodyPr/>
          <a:lstStyle/>
          <a:p>
            <a:r>
              <a:rPr lang="ja-JP" altLang="en-US"/>
              <a:t>不確実性に対する不耐性（</a:t>
            </a:r>
            <a:r>
              <a:rPr lang="en" altLang="ja-JP" dirty="0"/>
              <a:t>IU</a:t>
            </a:r>
            <a:r>
              <a:rPr lang="ja-JP" altLang="en"/>
              <a:t>）</a:t>
            </a:r>
            <a:r>
              <a:rPr lang="ja-JP" altLang="en-US"/>
              <a:t>と関連した認知行動特性として</a:t>
            </a:r>
            <a:br>
              <a:rPr lang="en-US" altLang="ja-JP" dirty="0"/>
            </a:br>
            <a:r>
              <a:rPr lang="ja-JP" altLang="en-US" b="1"/>
              <a:t>注意バイアス</a:t>
            </a:r>
            <a:r>
              <a:rPr lang="ja-JP" altLang="en-US"/>
              <a:t>と</a:t>
            </a:r>
            <a:r>
              <a:rPr lang="ja-JP" altLang="en-US" b="1"/>
              <a:t>環境変動性に対するバイアス</a:t>
            </a:r>
            <a:r>
              <a:rPr lang="ja-JP" altLang="en-US"/>
              <a:t>がある</a:t>
            </a:r>
          </a:p>
        </p:txBody>
      </p:sp>
      <p:sp>
        <p:nvSpPr>
          <p:cNvPr id="4" name="スライド番号プレースホルダー 3">
            <a:extLst>
              <a:ext uri="{FF2B5EF4-FFF2-40B4-BE49-F238E27FC236}">
                <a16:creationId xmlns:a16="http://schemas.microsoft.com/office/drawing/2014/main" id="{0288E15B-80A2-6E22-9CEB-EF404128EE8F}"/>
              </a:ext>
            </a:extLst>
          </p:cNvPr>
          <p:cNvSpPr>
            <a:spLocks noGrp="1"/>
          </p:cNvSpPr>
          <p:nvPr>
            <p:ph type="sldNum" idx="13"/>
          </p:nvPr>
        </p:nvSpPr>
        <p:spPr/>
        <p:txBody>
          <a:bodyPr/>
          <a:lstStyle/>
          <a:p>
            <a:fld id="{00000000-1234-1234-1234-123412341234}" type="slidenum">
              <a:rPr lang="en-US" altLang="ja-JP" smtClean="0"/>
              <a:pPr/>
              <a:t>2</a:t>
            </a:fld>
            <a:endParaRPr lang="ja-JP" altLang="en-US" dirty="0"/>
          </a:p>
        </p:txBody>
      </p:sp>
      <p:sp>
        <p:nvSpPr>
          <p:cNvPr id="17" name="四角形: 角を丸くする 16">
            <a:extLst>
              <a:ext uri="{FF2B5EF4-FFF2-40B4-BE49-F238E27FC236}">
                <a16:creationId xmlns:a16="http://schemas.microsoft.com/office/drawing/2014/main" id="{F521F402-1376-99DA-B2EB-1C32D3B1F644}"/>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→健常者よりも脅威刺激を注意を回避することが</a:t>
            </a:r>
            <a:br>
              <a:rPr kumimoji="1" lang="en-US" altLang="ja-JP" sz="2400" b="1" spc="110" dirty="0">
                <a:solidFill>
                  <a:schemeClr val="tx1"/>
                </a:solidFill>
              </a:rPr>
            </a:br>
            <a:r>
              <a:rPr kumimoji="1" lang="en-US" altLang="ja-JP" sz="2400" b="1" spc="110" dirty="0">
                <a:solidFill>
                  <a:schemeClr val="tx1"/>
                </a:solidFill>
              </a:rPr>
              <a:t>IU</a:t>
            </a:r>
            <a:r>
              <a:rPr kumimoji="1" lang="ja-JP" altLang="en-US" sz="2400" b="1" spc="110">
                <a:solidFill>
                  <a:schemeClr val="tx1"/>
                </a:solidFill>
              </a:rPr>
              <a:t>のリスクに関連している可能性</a:t>
            </a:r>
          </a:p>
        </p:txBody>
      </p:sp>
      <p:sp>
        <p:nvSpPr>
          <p:cNvPr id="9" name="テキスト プレースホルダー 2">
            <a:extLst>
              <a:ext uri="{FF2B5EF4-FFF2-40B4-BE49-F238E27FC236}">
                <a16:creationId xmlns:a16="http://schemas.microsoft.com/office/drawing/2014/main" id="{6130EF60-F950-1094-566D-40F974AD5AD7}"/>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a:t>注意バイアス：</a:t>
            </a:r>
            <a:endParaRPr lang="en-US" altLang="ja-JP" dirty="0"/>
          </a:p>
          <a:p>
            <a:r>
              <a:rPr lang="en-US" altLang="ja-JP" dirty="0"/>
              <a:t>	</a:t>
            </a:r>
            <a:r>
              <a:rPr lang="ja-JP" altLang="en-US"/>
              <a:t>定義</a:t>
            </a:r>
            <a:endParaRPr lang="en-US" altLang="ja-JP" dirty="0"/>
          </a:p>
          <a:p>
            <a:endParaRPr lang="en-US" altLang="ja-JP" dirty="0"/>
          </a:p>
          <a:p>
            <a:r>
              <a:rPr lang="ja-JP" altLang="en-US"/>
              <a:t>注意バイアス測定タスク：ドットプローブ課題</a:t>
            </a:r>
          </a:p>
          <a:p>
            <a:r>
              <a:rPr lang="ja-JP" altLang="en-US"/>
              <a:t>* 左右に２つの顔（中立的、脅威的）が表示された後に、左右どちらかにプローブが表示される</a:t>
            </a:r>
          </a:p>
          <a:p>
            <a:r>
              <a:rPr lang="ja-JP" altLang="en-US"/>
              <a:t>* 参加者のプローブに対する反応時間を測定</a:t>
            </a:r>
          </a:p>
          <a:p>
            <a:pPr marL="285750" indent="-285750">
              <a:buFont typeface="Arial" panose="020B0604020202020204" pitchFamily="34" charset="0"/>
              <a:buChar char="•"/>
            </a:pPr>
            <a:r>
              <a:rPr lang="ja-JP" altLang="en-US"/>
              <a:t>プローブ呈示前に見ていた方の反応時間が短い</a:t>
            </a:r>
            <a:br>
              <a:rPr lang="en-US" altLang="ja-JP" sz="2400" dirty="0">
                <a:latin typeface="+mn-lt"/>
              </a:rPr>
            </a:br>
            <a:endParaRPr lang="en-US" altLang="ja-JP" sz="2400" dirty="0">
              <a:latin typeface="+mn-lt"/>
            </a:endParaRPr>
          </a:p>
          <a:p>
            <a:pPr marL="285750" indent="-285750">
              <a:buFont typeface="Arial" panose="020B0604020202020204" pitchFamily="34" charset="0"/>
              <a:buChar char="•"/>
            </a:pPr>
            <a:r>
              <a:rPr lang="ja-JP" altLang="en-US"/>
              <a:t>不安症における注意の特徴</a:t>
            </a:r>
            <a:endParaRPr lang="en-US" altLang="ja-JP" dirty="0"/>
          </a:p>
          <a:p>
            <a:pPr marL="285750" indent="-285750">
              <a:buFont typeface="Arial" panose="020B0604020202020204" pitchFamily="34" charset="0"/>
              <a:buChar char="•"/>
            </a:pPr>
            <a:r>
              <a:rPr lang="ja-JP" altLang="en-US"/>
              <a:t>脅威刺激に対する注意バイアスの存在が指摘</a:t>
            </a:r>
            <a:endParaRPr lang="en-US" altLang="ja-JP" dirty="0"/>
          </a:p>
          <a:p>
            <a:pPr marL="285750" lvl="1" indent="-285750">
              <a:buFont typeface="Arial" panose="020B0604020202020204" pitchFamily="34" charset="0"/>
              <a:buChar char="•"/>
            </a:pPr>
            <a:r>
              <a:rPr lang="ja-JP" altLang="en-US" strike="sngStrike"/>
              <a:t>注意初期：不安傾向が高いと、健常者よりも脅威刺激に注意を向ける</a:t>
            </a:r>
          </a:p>
          <a:p>
            <a:pPr marL="285750" lvl="1" indent="-285750">
              <a:buFont typeface="Arial" panose="020B0604020202020204" pitchFamily="34" charset="0"/>
              <a:buChar char="•"/>
            </a:pPr>
            <a:r>
              <a:rPr lang="ja-JP" altLang="en-US" strike="sngStrike"/>
              <a:t>注意後期：時間が経つと、</a:t>
            </a:r>
            <a:r>
              <a:rPr lang="ja-JP" altLang="en-US"/>
              <a:t>健常者よりも脅威刺激を注意を回避する</a:t>
            </a:r>
            <a:br>
              <a:rPr lang="ja-JP" altLang="en-US"/>
            </a:br>
            <a:endParaRPr lang="en-US" altLang="ja-JP" dirty="0"/>
          </a:p>
          <a:p>
            <a:endParaRPr lang="en" altLang="ja-JP" dirty="0"/>
          </a:p>
        </p:txBody>
      </p:sp>
    </p:spTree>
    <p:extLst>
      <p:ext uri="{BB962C8B-B14F-4D97-AF65-F5344CB8AC3E}">
        <p14:creationId xmlns:p14="http://schemas.microsoft.com/office/powerpoint/2010/main" val="3692920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585E5-B4AF-FFE9-8C6B-162297427FB0}"/>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6C4D682-6DB9-6CB9-B3EF-7AD3D290CB81}"/>
              </a:ext>
            </a:extLst>
          </p:cNvPr>
          <p:cNvSpPr>
            <a:spLocks noGrp="1"/>
          </p:cNvSpPr>
          <p:nvPr>
            <p:ph type="body" sz="quarter" idx="11"/>
          </p:nvPr>
        </p:nvSpPr>
        <p:spPr/>
        <p:txBody>
          <a:bodyPr/>
          <a:lstStyle/>
          <a:p>
            <a:r>
              <a:rPr lang="ja-JP" altLang="en-US"/>
              <a:t>不確実性に対する不耐性（</a:t>
            </a:r>
            <a:r>
              <a:rPr lang="en-US" altLang="ja-JP" dirty="0"/>
              <a:t>IU</a:t>
            </a:r>
            <a:r>
              <a:rPr lang="ja-JP" altLang="en-US"/>
              <a:t>）の要因：環境変動性に対するバイアス</a:t>
            </a:r>
            <a:endParaRPr lang="ja-JP" altLang="en-US" dirty="0"/>
          </a:p>
        </p:txBody>
      </p:sp>
      <p:sp>
        <p:nvSpPr>
          <p:cNvPr id="3" name="テキスト プレースホルダー 2">
            <a:extLst>
              <a:ext uri="{FF2B5EF4-FFF2-40B4-BE49-F238E27FC236}">
                <a16:creationId xmlns:a16="http://schemas.microsoft.com/office/drawing/2014/main" id="{0292FDE2-28D9-B297-B546-9511E5666895}"/>
              </a:ext>
            </a:extLst>
          </p:cNvPr>
          <p:cNvSpPr>
            <a:spLocks noGrp="1"/>
          </p:cNvSpPr>
          <p:nvPr>
            <p:ph type="body" sz="quarter" idx="14"/>
          </p:nvPr>
        </p:nvSpPr>
        <p:spPr/>
        <p:txBody>
          <a:bodyPr/>
          <a:lstStyle/>
          <a:p>
            <a:r>
              <a:rPr lang="ja-JP" altLang="en-US"/>
              <a:t>不確実性に対する不耐性（</a:t>
            </a:r>
            <a:r>
              <a:rPr lang="en" altLang="ja-JP" dirty="0"/>
              <a:t>IU</a:t>
            </a:r>
            <a:r>
              <a:rPr lang="ja-JP" altLang="en"/>
              <a:t>）</a:t>
            </a:r>
            <a:r>
              <a:rPr lang="ja-JP" altLang="en-US"/>
              <a:t>と関連した認知行動特性として</a:t>
            </a:r>
            <a:br>
              <a:rPr lang="en-US" altLang="ja-JP" dirty="0"/>
            </a:br>
            <a:r>
              <a:rPr lang="ja-JP" altLang="en-US" b="1"/>
              <a:t>注意バイアス</a:t>
            </a:r>
            <a:r>
              <a:rPr lang="ja-JP" altLang="en-US"/>
              <a:t>と</a:t>
            </a:r>
            <a:r>
              <a:rPr lang="ja-JP" altLang="en-US" b="1"/>
              <a:t>環境変動性に対するバイアス</a:t>
            </a:r>
            <a:r>
              <a:rPr lang="ja-JP" altLang="en-US"/>
              <a:t>がある</a:t>
            </a:r>
          </a:p>
        </p:txBody>
      </p:sp>
      <p:sp>
        <p:nvSpPr>
          <p:cNvPr id="4" name="スライド番号プレースホルダー 3">
            <a:extLst>
              <a:ext uri="{FF2B5EF4-FFF2-40B4-BE49-F238E27FC236}">
                <a16:creationId xmlns:a16="http://schemas.microsoft.com/office/drawing/2014/main" id="{BC85EA47-1747-8C71-862F-817EAF781836}"/>
              </a:ext>
            </a:extLst>
          </p:cNvPr>
          <p:cNvSpPr>
            <a:spLocks noGrp="1"/>
          </p:cNvSpPr>
          <p:nvPr>
            <p:ph type="sldNum" idx="13"/>
          </p:nvPr>
        </p:nvSpPr>
        <p:spPr/>
        <p:txBody>
          <a:bodyPr/>
          <a:lstStyle/>
          <a:p>
            <a:fld id="{00000000-1234-1234-1234-123412341234}" type="slidenum">
              <a:rPr lang="en-US" altLang="ja-JP" smtClean="0"/>
              <a:pPr/>
              <a:t>3</a:t>
            </a:fld>
            <a:endParaRPr lang="ja-JP" altLang="en-US" dirty="0"/>
          </a:p>
        </p:txBody>
      </p:sp>
      <p:sp>
        <p:nvSpPr>
          <p:cNvPr id="17" name="四角形: 角を丸くする 16">
            <a:extLst>
              <a:ext uri="{FF2B5EF4-FFF2-40B4-BE49-F238E27FC236}">
                <a16:creationId xmlns:a16="http://schemas.microsoft.com/office/drawing/2014/main" id="{698C2B04-0BB2-F76B-A6BE-A63850CFE4F3}"/>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→環境の変わりやすさを学習できず、意味のある環境変化と偶然のノイズの分離に難があルことが、</a:t>
            </a:r>
            <a:r>
              <a:rPr kumimoji="1" lang="en-US" altLang="ja-JP" sz="2400" b="1" spc="110" dirty="0">
                <a:solidFill>
                  <a:schemeClr val="tx1"/>
                </a:solidFill>
              </a:rPr>
              <a:t>IU</a:t>
            </a:r>
            <a:r>
              <a:rPr kumimoji="1" lang="ja-JP" altLang="en-US" sz="2400" b="1" spc="110">
                <a:solidFill>
                  <a:schemeClr val="tx1"/>
                </a:solidFill>
              </a:rPr>
              <a:t>の曖昧さに影響している可能性</a:t>
            </a:r>
          </a:p>
        </p:txBody>
      </p:sp>
      <p:sp>
        <p:nvSpPr>
          <p:cNvPr id="9" name="テキスト プレースホルダー 2">
            <a:extLst>
              <a:ext uri="{FF2B5EF4-FFF2-40B4-BE49-F238E27FC236}">
                <a16:creationId xmlns:a16="http://schemas.microsoft.com/office/drawing/2014/main" id="{59E8B83F-6A0D-A16B-0DD9-44B640CED5E3}"/>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a:t>環境変動性に対するバイアス：</a:t>
            </a:r>
            <a:endParaRPr lang="en-US" altLang="ja-JP" dirty="0"/>
          </a:p>
          <a:p>
            <a:r>
              <a:rPr lang="en-US" altLang="ja-JP" dirty="0"/>
              <a:t>	</a:t>
            </a:r>
            <a:r>
              <a:rPr lang="ja-JP" altLang="en-US"/>
              <a:t>定義</a:t>
            </a:r>
            <a:endParaRPr lang="en-US" altLang="ja-JP" dirty="0"/>
          </a:p>
          <a:p>
            <a:endParaRPr lang="en-US" altLang="ja-JP" dirty="0"/>
          </a:p>
          <a:p>
            <a:r>
              <a:rPr lang="ja-JP" altLang="en-US"/>
              <a:t>環境変動性バイアス測定タスク：逆転課題：途中で報酬ルールが逆転する課題（図）</a:t>
            </a:r>
          </a:p>
          <a:p>
            <a:pPr marL="285750" indent="-285750">
              <a:buFont typeface="Arial" panose="020B0604020202020204" pitchFamily="34" charset="0"/>
              <a:buChar char="•"/>
            </a:pPr>
            <a:r>
              <a:rPr lang="ja-JP" altLang="en-US"/>
              <a:t>特性不安は、</a:t>
            </a:r>
            <a:r>
              <a:rPr lang="en" altLang="ja-JP" dirty="0"/>
              <a:t>win-stay</a:t>
            </a:r>
            <a:r>
              <a:rPr lang="ja-JP" altLang="en-US"/>
              <a:t>や</a:t>
            </a:r>
            <a:r>
              <a:rPr lang="en" altLang="ja-JP" dirty="0"/>
              <a:t>lose-shift</a:t>
            </a:r>
            <a:r>
              <a:rPr lang="ja-JP" altLang="en-US"/>
              <a:t>と関連する（図）</a:t>
            </a:r>
            <a:br>
              <a:rPr lang="en-US" altLang="ja-JP" sz="2400" dirty="0">
                <a:latin typeface="+mn-lt"/>
              </a:rPr>
            </a:br>
            <a:endParaRPr lang="en-US" altLang="ja-JP" sz="2400" dirty="0">
              <a:latin typeface="+mn-lt"/>
            </a:endParaRPr>
          </a:p>
          <a:p>
            <a:pPr marL="285750" indent="-285750">
              <a:buFont typeface="Arial" panose="020B0604020202020204" pitchFamily="34" charset="0"/>
              <a:buChar char="•"/>
            </a:pPr>
            <a:r>
              <a:rPr lang="ja-JP" altLang="en-US"/>
              <a:t>不安症における環境変動性バイアスの特徴</a:t>
            </a:r>
            <a:endParaRPr lang="en-US" altLang="ja-JP" dirty="0"/>
          </a:p>
          <a:p>
            <a:pPr marL="285750" lvl="1" indent="-285750">
              <a:buFont typeface="Arial" panose="020B0604020202020204" pitchFamily="34" charset="0"/>
              <a:buChar char="•"/>
            </a:pPr>
            <a:r>
              <a:rPr lang="ja-JP" altLang="en-US"/>
              <a:t>環境の変わりやすさを学習できない傾向</a:t>
            </a:r>
            <a:br>
              <a:rPr lang="ja-JP" altLang="en-US"/>
            </a:br>
            <a:endParaRPr lang="en-US" altLang="ja-JP" dirty="0"/>
          </a:p>
          <a:p>
            <a:endParaRPr lang="en" altLang="ja-JP" dirty="0"/>
          </a:p>
        </p:txBody>
      </p:sp>
    </p:spTree>
    <p:extLst>
      <p:ext uri="{BB962C8B-B14F-4D97-AF65-F5344CB8AC3E}">
        <p14:creationId xmlns:p14="http://schemas.microsoft.com/office/powerpoint/2010/main" val="1946849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32989-A6B0-2052-D5E2-EAE82B029E7B}"/>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E829B70-85D0-19D4-FFC9-19E39631E3B8}"/>
              </a:ext>
            </a:extLst>
          </p:cNvPr>
          <p:cNvSpPr>
            <a:spLocks noGrp="1"/>
          </p:cNvSpPr>
          <p:nvPr>
            <p:ph type="body" sz="quarter" idx="11"/>
          </p:nvPr>
        </p:nvSpPr>
        <p:spPr/>
        <p:txBody>
          <a:bodyPr/>
          <a:lstStyle/>
          <a:p>
            <a:r>
              <a:rPr lang="ja-JP" altLang="en-US"/>
              <a:t>リサーチクエスチョンと仮説</a:t>
            </a:r>
            <a:endParaRPr lang="ja-JP" altLang="en-US" dirty="0"/>
          </a:p>
        </p:txBody>
      </p:sp>
      <p:sp>
        <p:nvSpPr>
          <p:cNvPr id="3" name="テキスト プレースホルダー 2">
            <a:extLst>
              <a:ext uri="{FF2B5EF4-FFF2-40B4-BE49-F238E27FC236}">
                <a16:creationId xmlns:a16="http://schemas.microsoft.com/office/drawing/2014/main" id="{D219DB68-5313-41B9-2F0F-935F7F1E8C48}"/>
              </a:ext>
            </a:extLst>
          </p:cNvPr>
          <p:cNvSpPr>
            <a:spLocks noGrp="1"/>
          </p:cNvSpPr>
          <p:nvPr>
            <p:ph type="body" sz="quarter" idx="14"/>
          </p:nvPr>
        </p:nvSpPr>
        <p:spPr/>
        <p:txBody>
          <a:bodyPr/>
          <a:lstStyle/>
          <a:p>
            <a:r>
              <a:rPr lang="ja-JP" altLang="en-US"/>
              <a:t>リサーチクエスチョン：</a:t>
            </a:r>
            <a:endParaRPr lang="en-US" altLang="ja-JP" dirty="0"/>
          </a:p>
          <a:p>
            <a:r>
              <a:rPr lang="en-US" altLang="ja-JP" dirty="0"/>
              <a:t>IU</a:t>
            </a:r>
            <a:r>
              <a:rPr lang="ja-JP" altLang="en-US"/>
              <a:t>は、注意とボラが影響していることは理解されているが、</a:t>
            </a:r>
            <a:br>
              <a:rPr lang="en-US" altLang="ja-JP" dirty="0"/>
            </a:br>
            <a:r>
              <a:rPr lang="ja-JP" altLang="en-US"/>
              <a:t>これらがどのようにインタラクションして</a:t>
            </a:r>
            <a:r>
              <a:rPr lang="en-US" altLang="ja-JP" dirty="0"/>
              <a:t>IU</a:t>
            </a:r>
            <a:r>
              <a:rPr lang="ja-JP" altLang="en-US"/>
              <a:t>を形成しているか不明</a:t>
            </a:r>
            <a:endParaRPr lang="en-US" altLang="ja-JP" dirty="0"/>
          </a:p>
          <a:p>
            <a:endParaRPr lang="en-US" altLang="ja-JP" sz="2400" dirty="0"/>
          </a:p>
          <a:p>
            <a:endParaRPr lang="ja-JP" altLang="en-US" sz="2400" b="1" dirty="0"/>
          </a:p>
        </p:txBody>
      </p:sp>
      <p:sp>
        <p:nvSpPr>
          <p:cNvPr id="4" name="スライド番号プレースホルダー 3">
            <a:extLst>
              <a:ext uri="{FF2B5EF4-FFF2-40B4-BE49-F238E27FC236}">
                <a16:creationId xmlns:a16="http://schemas.microsoft.com/office/drawing/2014/main" id="{0D6E070E-7AFA-8D86-E78C-90298D79A657}"/>
              </a:ext>
            </a:extLst>
          </p:cNvPr>
          <p:cNvSpPr>
            <a:spLocks noGrp="1"/>
          </p:cNvSpPr>
          <p:nvPr>
            <p:ph type="sldNum" idx="13"/>
          </p:nvPr>
        </p:nvSpPr>
        <p:spPr/>
        <p:txBody>
          <a:bodyPr/>
          <a:lstStyle/>
          <a:p>
            <a:fld id="{00000000-1234-1234-1234-123412341234}" type="slidenum">
              <a:rPr lang="en-US" altLang="ja-JP" smtClean="0"/>
              <a:pPr/>
              <a:t>4</a:t>
            </a:fld>
            <a:endParaRPr lang="ja-JP" altLang="en-US" dirty="0"/>
          </a:p>
        </p:txBody>
      </p:sp>
      <p:sp>
        <p:nvSpPr>
          <p:cNvPr id="9" name="テキスト プレースホルダー 2">
            <a:extLst>
              <a:ext uri="{FF2B5EF4-FFF2-40B4-BE49-F238E27FC236}">
                <a16:creationId xmlns:a16="http://schemas.microsoft.com/office/drawing/2014/main" id="{165FBC82-04EB-8D2B-61A0-70BAF8CADD74}"/>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altLang="ja-JP" dirty="0"/>
          </a:p>
          <a:p>
            <a:r>
              <a:rPr lang="ja-JP" altLang="en-US"/>
              <a:t>仮説</a:t>
            </a:r>
            <a:endParaRPr lang="en-US" altLang="ja-JP" dirty="0"/>
          </a:p>
          <a:p>
            <a:endParaRPr lang="en-US" altLang="ja-JP" dirty="0"/>
          </a:p>
          <a:p>
            <a:r>
              <a:rPr lang="ja-JP" altLang="en-US"/>
              <a:t>* </a:t>
            </a:r>
            <a:r>
              <a:rPr lang="en-US" altLang="ja-JP" dirty="0"/>
              <a:t>IU</a:t>
            </a:r>
            <a:r>
              <a:rPr lang="ja-JP" altLang="en-US"/>
              <a:t>のリスクは主に脅威感受性の高さで説明できる</a:t>
            </a:r>
          </a:p>
          <a:p>
            <a:r>
              <a:rPr lang="ja-JP" altLang="en-US"/>
              <a:t>* 高い脅威感受性が探索を抑制し、結果的に学習が阻害されて逆転不適応が生じる</a:t>
            </a:r>
            <a:br>
              <a:rPr lang="ja-JP" altLang="en-US"/>
            </a:br>
            <a:endParaRPr lang="ja-JP" altLang="en-US"/>
          </a:p>
          <a:p>
            <a:r>
              <a:rPr lang="ja-JP" altLang="en-US"/>
              <a:t>* </a:t>
            </a:r>
            <a:r>
              <a:rPr lang="en-US" altLang="ja-JP" dirty="0"/>
              <a:t>IU</a:t>
            </a:r>
            <a:r>
              <a:rPr lang="ja-JP" altLang="en-US"/>
              <a:t>の曖昧性は変動性のバイアスで説明できる</a:t>
            </a:r>
            <a:endParaRPr lang="en-US" altLang="ja-JP" dirty="0"/>
          </a:p>
          <a:p>
            <a:r>
              <a:rPr lang="ja-JP" altLang="en-US"/>
              <a:t>* 世界の変わりやすさに関する信念の学習が進まないことで逆転不適応が生じる</a:t>
            </a:r>
          </a:p>
          <a:p>
            <a:endParaRPr lang="en-US" altLang="ja-JP" dirty="0"/>
          </a:p>
          <a:p>
            <a:r>
              <a:rPr lang="ja-JP" altLang="en-US"/>
              <a:t>これらのインタラクションによって不確実性の不耐性が生じる</a:t>
            </a:r>
          </a:p>
          <a:p>
            <a:endParaRPr lang="en-US" altLang="ja-JP" sz="2400" dirty="0"/>
          </a:p>
        </p:txBody>
      </p:sp>
      <p:sp>
        <p:nvSpPr>
          <p:cNvPr id="7" name="四角形: 角を丸くする 16">
            <a:extLst>
              <a:ext uri="{FF2B5EF4-FFF2-40B4-BE49-F238E27FC236}">
                <a16:creationId xmlns:a16="http://schemas.microsoft.com/office/drawing/2014/main" id="{A0BB5616-A51C-95DF-296A-5998290E13B8}"/>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a:t>
            </a:r>
            <a:r>
              <a:rPr kumimoji="1" lang="en-US" altLang="ja-JP" sz="2400" b="1" spc="110" dirty="0">
                <a:solidFill>
                  <a:schemeClr val="tx1"/>
                </a:solidFill>
              </a:rPr>
              <a:t>IU</a:t>
            </a:r>
            <a:r>
              <a:rPr kumimoji="1" lang="ja-JP" altLang="en-US" sz="2400" b="1" spc="110">
                <a:solidFill>
                  <a:schemeClr val="tx1"/>
                </a:solidFill>
              </a:rPr>
              <a:t>の内実を明らかにすることにより、認知行動療法の改善に繋げる</a:t>
            </a:r>
          </a:p>
        </p:txBody>
      </p:sp>
    </p:spTree>
    <p:extLst>
      <p:ext uri="{BB962C8B-B14F-4D97-AF65-F5344CB8AC3E}">
        <p14:creationId xmlns:p14="http://schemas.microsoft.com/office/powerpoint/2010/main" val="2185242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29079-1206-E1E4-C853-B9F3ED3FAF6D}"/>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F321BD1-CD73-13F0-E016-6043E5619720}"/>
              </a:ext>
            </a:extLst>
          </p:cNvPr>
          <p:cNvSpPr>
            <a:spLocks noGrp="1"/>
          </p:cNvSpPr>
          <p:nvPr>
            <p:ph type="body" sz="quarter" idx="11"/>
          </p:nvPr>
        </p:nvSpPr>
        <p:spPr/>
        <p:txBody>
          <a:bodyPr/>
          <a:lstStyle/>
          <a:p>
            <a:r>
              <a:rPr lang="ja-JP" altLang="en-US"/>
              <a:t>行動実験課題</a:t>
            </a:r>
            <a:endParaRPr lang="ja-JP" altLang="en-US" dirty="0"/>
          </a:p>
        </p:txBody>
      </p:sp>
      <p:sp>
        <p:nvSpPr>
          <p:cNvPr id="3" name="テキスト プレースホルダー 2">
            <a:extLst>
              <a:ext uri="{FF2B5EF4-FFF2-40B4-BE49-F238E27FC236}">
                <a16:creationId xmlns:a16="http://schemas.microsoft.com/office/drawing/2014/main" id="{9D6D9755-D9C0-24A8-4226-927A2069CA67}"/>
              </a:ext>
            </a:extLst>
          </p:cNvPr>
          <p:cNvSpPr>
            <a:spLocks noGrp="1"/>
          </p:cNvSpPr>
          <p:nvPr>
            <p:ph type="body" sz="quarter" idx="14"/>
          </p:nvPr>
        </p:nvSpPr>
        <p:spPr/>
        <p:txBody>
          <a:bodyPr/>
          <a:lstStyle/>
          <a:p>
            <a:r>
              <a:rPr lang="ja-JP" altLang="en-US" sz="2400"/>
              <a:t>不安感情を喚起するために、仮想的なオンライン面接環境を設定しスピーチを評価する課題を行う。</a:t>
            </a:r>
            <a:endParaRPr lang="en-US" altLang="ja-JP" sz="2400" dirty="0"/>
          </a:p>
          <a:p>
            <a:endParaRPr lang="ja-JP" altLang="en-US" sz="2400" b="1" dirty="0"/>
          </a:p>
        </p:txBody>
      </p:sp>
      <p:sp>
        <p:nvSpPr>
          <p:cNvPr id="4" name="スライド番号プレースホルダー 3">
            <a:extLst>
              <a:ext uri="{FF2B5EF4-FFF2-40B4-BE49-F238E27FC236}">
                <a16:creationId xmlns:a16="http://schemas.microsoft.com/office/drawing/2014/main" id="{1E21CE66-C083-B419-730B-1C2D3C8B52EC}"/>
              </a:ext>
            </a:extLst>
          </p:cNvPr>
          <p:cNvSpPr>
            <a:spLocks noGrp="1"/>
          </p:cNvSpPr>
          <p:nvPr>
            <p:ph type="sldNum" idx="13"/>
          </p:nvPr>
        </p:nvSpPr>
        <p:spPr/>
        <p:txBody>
          <a:bodyPr/>
          <a:lstStyle/>
          <a:p>
            <a:fld id="{00000000-1234-1234-1234-123412341234}" type="slidenum">
              <a:rPr lang="en-US" altLang="ja-JP" smtClean="0"/>
              <a:pPr/>
              <a:t>5</a:t>
            </a:fld>
            <a:endParaRPr lang="ja-JP" altLang="en-US" dirty="0"/>
          </a:p>
        </p:txBody>
      </p:sp>
      <p:sp>
        <p:nvSpPr>
          <p:cNvPr id="9" name="テキスト プレースホルダー 2">
            <a:extLst>
              <a:ext uri="{FF2B5EF4-FFF2-40B4-BE49-F238E27FC236}">
                <a16:creationId xmlns:a16="http://schemas.microsoft.com/office/drawing/2014/main" id="{AB4AD6F9-6441-F885-2BD9-01B8BF2FF993}"/>
              </a:ext>
            </a:extLst>
          </p:cNvPr>
          <p:cNvSpPr txBox="1">
            <a:spLocks/>
          </p:cNvSpPr>
          <p:nvPr/>
        </p:nvSpPr>
        <p:spPr>
          <a:xfrm>
            <a:off x="1057941" y="1953981"/>
            <a:ext cx="6823316"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b="1"/>
              <a:t>基本設定</a:t>
            </a:r>
          </a:p>
          <a:p>
            <a:pPr marL="285750" indent="-285750">
              <a:buFont typeface="Arial" panose="020B0604020202020204" pitchFamily="34" charset="0"/>
              <a:buChar char="•"/>
            </a:pPr>
            <a:r>
              <a:rPr lang="ja-JP" altLang="en-US"/>
              <a:t>左右に２人の面接官が表示される。</a:t>
            </a:r>
            <a:endParaRPr lang="en-US" altLang="ja-JP" dirty="0"/>
          </a:p>
          <a:p>
            <a:pPr marL="285750" indent="-285750">
              <a:buFont typeface="Arial" panose="020B0604020202020204" pitchFamily="34" charset="0"/>
              <a:buChar char="•"/>
            </a:pPr>
            <a:r>
              <a:rPr lang="ja-JP" altLang="en-US"/>
              <a:t>参加者は面接官に対して１分間のスピーチを行う。</a:t>
            </a:r>
            <a:endParaRPr lang="en-US" altLang="ja-JP" dirty="0"/>
          </a:p>
          <a:p>
            <a:pPr marL="285750" indent="-285750">
              <a:buFont typeface="Arial" panose="020B0604020202020204" pitchFamily="34" charset="0"/>
              <a:buChar char="•"/>
            </a:pPr>
            <a:r>
              <a:rPr lang="ja-JP" altLang="en-US"/>
              <a:t>参加者は面接官に内容が評価されると教示される。</a:t>
            </a:r>
            <a:endParaRPr lang="en-US" altLang="ja-JP" dirty="0"/>
          </a:p>
          <a:p>
            <a:pPr marL="285750" indent="-285750">
              <a:buFont typeface="Arial" panose="020B0604020202020204" pitchFamily="34" charset="0"/>
              <a:buChar char="•"/>
            </a:pPr>
            <a:r>
              <a:rPr lang="ja-JP" altLang="en-US"/>
              <a:t>評価はスピーチ得点としてフィードバックされ、参加者は点数を大きくすることを目指す。</a:t>
            </a:r>
            <a:endParaRPr lang="en-US" altLang="ja-JP" dirty="0"/>
          </a:p>
          <a:p>
            <a:pPr marL="285750" indent="-285750">
              <a:buFont typeface="Arial" panose="020B0604020202020204" pitchFamily="34" charset="0"/>
              <a:buChar char="•"/>
            </a:pPr>
            <a:r>
              <a:rPr lang="ja-JP" altLang="en-US"/>
              <a:t>参加者の視線はスピーチ中にどの面接官にアピールしているかアイトラッカーで計測される。</a:t>
            </a:r>
            <a:endParaRPr lang="en-US" altLang="ja-JP" dirty="0"/>
          </a:p>
          <a:p>
            <a:pPr marL="285750" indent="-285750">
              <a:buFont typeface="Arial" panose="020B0604020202020204" pitchFamily="34" charset="0"/>
              <a:buChar char="•"/>
            </a:pPr>
            <a:br>
              <a:rPr lang="en" altLang="ja-JP" dirty="0"/>
            </a:br>
            <a:endParaRPr lang="en" altLang="ja-JP" dirty="0"/>
          </a:p>
          <a:p>
            <a:r>
              <a:rPr lang="ja-JP" altLang="en-US"/>
              <a:t>仮想聴衆は後述する条件に従って感情価の時間的変化を制御する。</a:t>
            </a:r>
          </a:p>
          <a:p>
            <a:r>
              <a:rPr lang="ja-JP" altLang="en-US"/>
              <a:t>後述する点数の生成規則は参加者には知らされない。</a:t>
            </a:r>
          </a:p>
          <a:p>
            <a:endParaRPr lang="en-US" altLang="ja-JP" sz="2400" dirty="0"/>
          </a:p>
        </p:txBody>
      </p:sp>
    </p:spTree>
    <p:extLst>
      <p:ext uri="{BB962C8B-B14F-4D97-AF65-F5344CB8AC3E}">
        <p14:creationId xmlns:p14="http://schemas.microsoft.com/office/powerpoint/2010/main" val="3683058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88B2B-A67B-97C4-A452-B9704D0FC11D}"/>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ABDC1DB-9E75-1DE7-C744-25E45DDA1BD2}"/>
              </a:ext>
            </a:extLst>
          </p:cNvPr>
          <p:cNvSpPr>
            <a:spLocks noGrp="1"/>
          </p:cNvSpPr>
          <p:nvPr>
            <p:ph type="body" sz="quarter" idx="11"/>
          </p:nvPr>
        </p:nvSpPr>
        <p:spPr/>
        <p:txBody>
          <a:bodyPr/>
          <a:lstStyle/>
          <a:p>
            <a:r>
              <a:rPr lang="ja-JP" altLang="en-US"/>
              <a:t>フィードバックと条件</a:t>
            </a:r>
            <a:endParaRPr lang="ja-JP" altLang="en-US" dirty="0"/>
          </a:p>
        </p:txBody>
      </p:sp>
      <p:sp>
        <p:nvSpPr>
          <p:cNvPr id="3" name="テキスト プレースホルダー 2">
            <a:extLst>
              <a:ext uri="{FF2B5EF4-FFF2-40B4-BE49-F238E27FC236}">
                <a16:creationId xmlns:a16="http://schemas.microsoft.com/office/drawing/2014/main" id="{F54D8238-223C-F8C9-BA62-B1F2A3C4BF5D}"/>
              </a:ext>
            </a:extLst>
          </p:cNvPr>
          <p:cNvSpPr>
            <a:spLocks noGrp="1"/>
          </p:cNvSpPr>
          <p:nvPr>
            <p:ph type="body" sz="quarter" idx="14"/>
          </p:nvPr>
        </p:nvSpPr>
        <p:spPr/>
        <p:txBody>
          <a:bodyPr/>
          <a:lstStyle/>
          <a:p>
            <a:r>
              <a:rPr lang="ja-JP" altLang="en-US" sz="2400"/>
              <a:t>不安感情を喚起するために、仮想的なオンライン面接環境を設定しスピーチを評価する課題を行う。</a:t>
            </a:r>
            <a:endParaRPr lang="en-US" altLang="ja-JP" sz="2400" dirty="0"/>
          </a:p>
          <a:p>
            <a:endParaRPr lang="ja-JP" altLang="en-US" sz="2400" b="1" dirty="0"/>
          </a:p>
        </p:txBody>
      </p:sp>
      <p:sp>
        <p:nvSpPr>
          <p:cNvPr id="4" name="スライド番号プレースホルダー 3">
            <a:extLst>
              <a:ext uri="{FF2B5EF4-FFF2-40B4-BE49-F238E27FC236}">
                <a16:creationId xmlns:a16="http://schemas.microsoft.com/office/drawing/2014/main" id="{2A94E165-1126-1B39-EACA-31709170BB46}"/>
              </a:ext>
            </a:extLst>
          </p:cNvPr>
          <p:cNvSpPr>
            <a:spLocks noGrp="1"/>
          </p:cNvSpPr>
          <p:nvPr>
            <p:ph type="sldNum" idx="13"/>
          </p:nvPr>
        </p:nvSpPr>
        <p:spPr/>
        <p:txBody>
          <a:bodyPr/>
          <a:lstStyle/>
          <a:p>
            <a:fld id="{00000000-1234-1234-1234-123412341234}" type="slidenum">
              <a:rPr lang="en-US" altLang="ja-JP" smtClean="0"/>
              <a:pPr/>
              <a:t>6</a:t>
            </a:fld>
            <a:endParaRPr lang="ja-JP" altLang="en-US" dirty="0"/>
          </a:p>
        </p:txBody>
      </p:sp>
      <p:sp>
        <p:nvSpPr>
          <p:cNvPr id="9" name="テキスト プレースホルダー 2">
            <a:extLst>
              <a:ext uri="{FF2B5EF4-FFF2-40B4-BE49-F238E27FC236}">
                <a16:creationId xmlns:a16="http://schemas.microsoft.com/office/drawing/2014/main" id="{2922D8BE-8DCA-EA99-0249-0D89EE79AE74}"/>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b="1"/>
              <a:t>フィードバック</a:t>
            </a:r>
          </a:p>
          <a:p>
            <a:pPr marL="285750" indent="-285750">
              <a:buFont typeface="Arial" panose="020B0604020202020204" pitchFamily="34" charset="0"/>
              <a:buChar char="•"/>
            </a:pPr>
            <a:r>
              <a:rPr lang="ja-JP" altLang="en-US"/>
              <a:t>左右に２人の面接官が表示される。</a:t>
            </a:r>
            <a:endParaRPr lang="en-US" altLang="ja-JP" dirty="0"/>
          </a:p>
          <a:p>
            <a:pPr marL="285750" indent="-285750">
              <a:buFont typeface="Arial" panose="020B0604020202020204" pitchFamily="34" charset="0"/>
              <a:buChar char="•"/>
            </a:pPr>
            <a:r>
              <a:rPr lang="ja-JP" altLang="en-US"/>
              <a:t>参加者は面接官に対して１分間のスピーチを行う。</a:t>
            </a:r>
            <a:endParaRPr lang="en-US" altLang="ja-JP" dirty="0"/>
          </a:p>
          <a:p>
            <a:pPr marL="285750" indent="-285750">
              <a:buFont typeface="Arial" panose="020B0604020202020204" pitchFamily="34" charset="0"/>
              <a:buChar char="•"/>
            </a:pPr>
            <a:r>
              <a:rPr lang="ja-JP" altLang="en-US"/>
              <a:t>参加者は面接官に内容が評価されると教示される。</a:t>
            </a:r>
            <a:endParaRPr lang="en-US" altLang="ja-JP" dirty="0"/>
          </a:p>
          <a:p>
            <a:pPr marL="285750" indent="-285750">
              <a:buFont typeface="Arial" panose="020B0604020202020204" pitchFamily="34" charset="0"/>
              <a:buChar char="•"/>
            </a:pPr>
            <a:r>
              <a:rPr lang="ja-JP" altLang="en-US"/>
              <a:t>評価はスピーチ得点としてフィードバックされ、参加者は点数を大きくすることを目指す。</a:t>
            </a:r>
            <a:endParaRPr lang="en-US" altLang="ja-JP" dirty="0"/>
          </a:p>
          <a:p>
            <a:pPr marL="285750" indent="-285750">
              <a:buFont typeface="Arial" panose="020B0604020202020204" pitchFamily="34" charset="0"/>
              <a:buChar char="•"/>
            </a:pPr>
            <a:r>
              <a:rPr lang="ja-JP" altLang="en-US"/>
              <a:t>参加者の視線はスピーチ中にどの面接官にアピールしているかアイトラッカーで計測される。</a:t>
            </a:r>
            <a:endParaRPr lang="en-US" altLang="ja-JP" dirty="0"/>
          </a:p>
          <a:p>
            <a:pPr marL="285750" indent="-285750">
              <a:buFont typeface="Arial" panose="020B0604020202020204" pitchFamily="34" charset="0"/>
              <a:buChar char="•"/>
            </a:pPr>
            <a:endParaRPr lang="en" altLang="ja-JP" sz="2400" dirty="0"/>
          </a:p>
          <a:p>
            <a:r>
              <a:rPr lang="ja-JP" altLang="en-US" sz="2400" b="1"/>
              <a:t>条件</a:t>
            </a:r>
            <a:endParaRPr lang="en-US" altLang="ja-JP" sz="2400" b="1" dirty="0"/>
          </a:p>
          <a:p>
            <a:r>
              <a:rPr lang="ja-JP" altLang="en-US"/>
              <a:t>感情価の変動性の大小と逆転頻度の大小の組み合わせ＝４通りの条件を設定する。</a:t>
            </a:r>
          </a:p>
          <a:p>
            <a:endParaRPr lang="en-US" altLang="ja-JP" sz="2400" b="1" dirty="0"/>
          </a:p>
        </p:txBody>
      </p:sp>
      <p:sp>
        <p:nvSpPr>
          <p:cNvPr id="7" name="四角形: 角を丸くする 16">
            <a:extLst>
              <a:ext uri="{FF2B5EF4-FFF2-40B4-BE49-F238E27FC236}">
                <a16:creationId xmlns:a16="http://schemas.microsoft.com/office/drawing/2014/main" id="{F8477116-B27C-93FD-E534-8B8CE53A4E35}"/>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a:t>
            </a:r>
            <a:r>
              <a:rPr kumimoji="1" lang="en-US" altLang="ja-JP" sz="2400" b="1" spc="110" dirty="0">
                <a:solidFill>
                  <a:schemeClr val="tx1"/>
                </a:solidFill>
              </a:rPr>
              <a:t>IU</a:t>
            </a:r>
            <a:r>
              <a:rPr kumimoji="1" lang="ja-JP" altLang="en-US" sz="2400" b="1" spc="110">
                <a:solidFill>
                  <a:schemeClr val="tx1"/>
                </a:solidFill>
              </a:rPr>
              <a:t>の内</a:t>
            </a:r>
            <a:r>
              <a:rPr lang="ja-JP" altLang="en-US" sz="2400"/>
              <a:t>スピーチ中にどの面接官にアピールしているか</a:t>
            </a:r>
            <a:endParaRPr kumimoji="1" lang="ja-JP" altLang="en-US" sz="2400" b="1" spc="110">
              <a:solidFill>
                <a:schemeClr val="tx1"/>
              </a:solidFill>
            </a:endParaRPr>
          </a:p>
        </p:txBody>
      </p:sp>
    </p:spTree>
    <p:extLst>
      <p:ext uri="{BB962C8B-B14F-4D97-AF65-F5344CB8AC3E}">
        <p14:creationId xmlns:p14="http://schemas.microsoft.com/office/powerpoint/2010/main" val="1493547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C0DAC-1783-506A-CA52-8D682C8A1343}"/>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B1D436A-707A-96D8-1461-4ECE74ED63FF}"/>
              </a:ext>
            </a:extLst>
          </p:cNvPr>
          <p:cNvSpPr>
            <a:spLocks noGrp="1"/>
          </p:cNvSpPr>
          <p:nvPr>
            <p:ph type="body" sz="quarter" idx="11"/>
          </p:nvPr>
        </p:nvSpPr>
        <p:spPr/>
        <p:txBody>
          <a:bodyPr/>
          <a:lstStyle/>
          <a:p>
            <a:r>
              <a:rPr lang="ja-JP" altLang="en-US"/>
              <a:t>モデル</a:t>
            </a:r>
            <a:endParaRPr lang="ja-JP" altLang="en-US" dirty="0"/>
          </a:p>
        </p:txBody>
      </p:sp>
      <p:sp>
        <p:nvSpPr>
          <p:cNvPr id="3" name="テキスト プレースホルダー 2">
            <a:extLst>
              <a:ext uri="{FF2B5EF4-FFF2-40B4-BE49-F238E27FC236}">
                <a16:creationId xmlns:a16="http://schemas.microsoft.com/office/drawing/2014/main" id="{ACA9C9B5-560A-3641-620C-1D1C168E7E42}"/>
              </a:ext>
            </a:extLst>
          </p:cNvPr>
          <p:cNvSpPr>
            <a:spLocks noGrp="1"/>
          </p:cNvSpPr>
          <p:nvPr>
            <p:ph type="body" sz="quarter" idx="14"/>
          </p:nvPr>
        </p:nvSpPr>
        <p:spPr/>
        <p:txBody>
          <a:bodyPr/>
          <a:lstStyle/>
          <a:p>
            <a:r>
              <a:rPr lang="ja-JP" altLang="en-US"/>
              <a:t>ベイズ推論モデルを用いる。</a:t>
            </a:r>
          </a:p>
        </p:txBody>
      </p:sp>
      <p:sp>
        <p:nvSpPr>
          <p:cNvPr id="4" name="スライド番号プレースホルダー 3">
            <a:extLst>
              <a:ext uri="{FF2B5EF4-FFF2-40B4-BE49-F238E27FC236}">
                <a16:creationId xmlns:a16="http://schemas.microsoft.com/office/drawing/2014/main" id="{DBCB13A9-BDA8-A313-B898-16C9C26751F4}"/>
              </a:ext>
            </a:extLst>
          </p:cNvPr>
          <p:cNvSpPr>
            <a:spLocks noGrp="1"/>
          </p:cNvSpPr>
          <p:nvPr>
            <p:ph type="sldNum" idx="13"/>
          </p:nvPr>
        </p:nvSpPr>
        <p:spPr/>
        <p:txBody>
          <a:bodyPr/>
          <a:lstStyle/>
          <a:p>
            <a:fld id="{00000000-1234-1234-1234-123412341234}" type="slidenum">
              <a:rPr lang="en-US" altLang="ja-JP" smtClean="0"/>
              <a:pPr/>
              <a:t>7</a:t>
            </a:fld>
            <a:endParaRPr lang="ja-JP" altLang="en-US" dirty="0"/>
          </a:p>
        </p:txBody>
      </p:sp>
      <p:sp>
        <p:nvSpPr>
          <p:cNvPr id="9" name="テキスト プレースホルダー 2">
            <a:extLst>
              <a:ext uri="{FF2B5EF4-FFF2-40B4-BE49-F238E27FC236}">
                <a16:creationId xmlns:a16="http://schemas.microsoft.com/office/drawing/2014/main" id="{2E581C06-AB9B-1036-E07F-026593CF7BEA}"/>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br>
              <a:rPr lang="ja-JP" altLang="en-US"/>
            </a:br>
            <a:r>
              <a:rPr lang="ja-JP" altLang="en-US"/>
              <a:t>環境構造を学習する。環境構造の内部表現を実際の環境構造と一致させることを目指し、予測不確実性の最小化を目指す。内部表現と実際の環境構造の差が自由エネルギー</a:t>
            </a:r>
            <a:r>
              <a:rPr lang="en-US" altLang="ja-JP" dirty="0"/>
              <a:t>G</a:t>
            </a:r>
            <a:r>
              <a:rPr lang="ja-JP" altLang="en-US"/>
              <a:t>。自由エネルギーを最小化することで、予測不確実性の最小化を目指す。</a:t>
            </a:r>
          </a:p>
          <a:p>
            <a:r>
              <a:rPr lang="ja-JP" altLang="en-US"/>
              <a:t>* 各仮想聴衆の感情価はカルマンフィルタで推定する。</a:t>
            </a:r>
          </a:p>
          <a:p>
            <a:r>
              <a:rPr lang="ja-JP" altLang="en-US"/>
              <a:t>* 視線行動（時間ビンごとの注視割合）は期待自由エネルギー </a:t>
            </a:r>
            <a:r>
              <a:rPr lang="en-US" altLang="ja-JP" dirty="0"/>
              <a:t>$</a:t>
            </a:r>
            <a:r>
              <a:rPr lang="en" altLang="ja-JP" dirty="0"/>
              <a:t>G(\pi)$ </a:t>
            </a:r>
            <a:r>
              <a:rPr lang="ja-JP" altLang="en-US"/>
              <a:t>を最小化して選択する。</a:t>
            </a:r>
          </a:p>
          <a:p>
            <a:r>
              <a:rPr lang="ja-JP" altLang="en-US"/>
              <a:t>* 期待自由エネルギーはリスク、情報利得、曖昧性の３項に分けることができ、これらの要素のトレードオフとしての行動を表現する。</a:t>
            </a:r>
          </a:p>
          <a:p>
            <a:r>
              <a:rPr lang="ja-JP" altLang="en-US"/>
              <a:t>* 脅威感受性は選好パラメータ </a:t>
            </a:r>
            <a:r>
              <a:rPr lang="en-US" altLang="ja-JP" dirty="0"/>
              <a:t>$</a:t>
            </a:r>
            <a:r>
              <a:rPr lang="en" altLang="ja-JP" dirty="0"/>
              <a:t>C$ </a:t>
            </a:r>
            <a:r>
              <a:rPr lang="ja-JP" altLang="en-US"/>
              <a:t>を通じて主にリスク項に影響する。</a:t>
            </a:r>
          </a:p>
          <a:p>
            <a:r>
              <a:rPr lang="ja-JP" altLang="en-US"/>
              <a:t>* 環境変動性に関する信念は遷移確率行列 </a:t>
            </a:r>
            <a:r>
              <a:rPr lang="en-US" altLang="ja-JP" dirty="0"/>
              <a:t>$</a:t>
            </a:r>
            <a:r>
              <a:rPr lang="en" altLang="ja-JP" dirty="0"/>
              <a:t>B$ </a:t>
            </a:r>
            <a:r>
              <a:rPr lang="ja-JP" altLang="en-US"/>
              <a:t>を通じて主に情報利得項に影響する。</a:t>
            </a:r>
          </a:p>
          <a:p>
            <a:endParaRPr lang="en-US" altLang="ja-JP" sz="2400" b="1" dirty="0"/>
          </a:p>
        </p:txBody>
      </p:sp>
      <p:sp>
        <p:nvSpPr>
          <p:cNvPr id="7" name="四角形: 角を丸くする 16">
            <a:extLst>
              <a:ext uri="{FF2B5EF4-FFF2-40B4-BE49-F238E27FC236}">
                <a16:creationId xmlns:a16="http://schemas.microsoft.com/office/drawing/2014/main" id="{7234DAE3-846F-DEA5-2EE2-407EA21882DA}"/>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a:t>
            </a:r>
            <a:r>
              <a:rPr kumimoji="1" lang="en-US" altLang="ja-JP" sz="2400" b="1" spc="110" dirty="0">
                <a:solidFill>
                  <a:schemeClr val="tx1"/>
                </a:solidFill>
              </a:rPr>
              <a:t>IU</a:t>
            </a:r>
            <a:r>
              <a:rPr kumimoji="1" lang="ja-JP" altLang="en-US" sz="2400" b="1" spc="110">
                <a:solidFill>
                  <a:schemeClr val="tx1"/>
                </a:solidFill>
              </a:rPr>
              <a:t>の内</a:t>
            </a:r>
            <a:r>
              <a:rPr lang="ja-JP" altLang="en-US" sz="2400"/>
              <a:t>スピーチ中にどの面接官にアピールしているか</a:t>
            </a:r>
            <a:endParaRPr kumimoji="1" lang="ja-JP" altLang="en-US" sz="2400" b="1" spc="110">
              <a:solidFill>
                <a:schemeClr val="tx1"/>
              </a:solidFill>
            </a:endParaRPr>
          </a:p>
        </p:txBody>
      </p:sp>
    </p:spTree>
    <p:extLst>
      <p:ext uri="{BB962C8B-B14F-4D97-AF65-F5344CB8AC3E}">
        <p14:creationId xmlns:p14="http://schemas.microsoft.com/office/powerpoint/2010/main" val="1593319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5D31-5F58-DB21-01E3-6EBE30B899DF}"/>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631E045-656B-2BBF-38C6-90C5F50A01F2}"/>
              </a:ext>
            </a:extLst>
          </p:cNvPr>
          <p:cNvSpPr>
            <a:spLocks noGrp="1"/>
          </p:cNvSpPr>
          <p:nvPr>
            <p:ph type="body" sz="quarter" idx="11"/>
          </p:nvPr>
        </p:nvSpPr>
        <p:spPr/>
        <p:txBody>
          <a:bodyPr/>
          <a:lstStyle/>
          <a:p>
            <a:r>
              <a:rPr lang="ja-JP" altLang="en-US"/>
              <a:t>モデル</a:t>
            </a:r>
            <a:endParaRPr lang="ja-JP" altLang="en-US" dirty="0"/>
          </a:p>
        </p:txBody>
      </p:sp>
      <p:sp>
        <p:nvSpPr>
          <p:cNvPr id="3" name="テキスト プレースホルダー 2">
            <a:extLst>
              <a:ext uri="{FF2B5EF4-FFF2-40B4-BE49-F238E27FC236}">
                <a16:creationId xmlns:a16="http://schemas.microsoft.com/office/drawing/2014/main" id="{09DC2B14-FD8E-7FF5-0EEE-15C4B79D8719}"/>
              </a:ext>
            </a:extLst>
          </p:cNvPr>
          <p:cNvSpPr>
            <a:spLocks noGrp="1"/>
          </p:cNvSpPr>
          <p:nvPr>
            <p:ph type="body" sz="quarter" idx="14"/>
          </p:nvPr>
        </p:nvSpPr>
        <p:spPr/>
        <p:txBody>
          <a:bodyPr/>
          <a:lstStyle/>
          <a:p>
            <a:r>
              <a:rPr lang="ja-JP" altLang="en-US"/>
              <a:t>ベイズ推論モデルを用いる。</a:t>
            </a:r>
          </a:p>
        </p:txBody>
      </p:sp>
      <p:sp>
        <p:nvSpPr>
          <p:cNvPr id="4" name="スライド番号プレースホルダー 3">
            <a:extLst>
              <a:ext uri="{FF2B5EF4-FFF2-40B4-BE49-F238E27FC236}">
                <a16:creationId xmlns:a16="http://schemas.microsoft.com/office/drawing/2014/main" id="{52C29C8A-3FF4-E646-C5C6-979553443BCD}"/>
              </a:ext>
            </a:extLst>
          </p:cNvPr>
          <p:cNvSpPr>
            <a:spLocks noGrp="1"/>
          </p:cNvSpPr>
          <p:nvPr>
            <p:ph type="sldNum" idx="13"/>
          </p:nvPr>
        </p:nvSpPr>
        <p:spPr/>
        <p:txBody>
          <a:bodyPr/>
          <a:lstStyle/>
          <a:p>
            <a:fld id="{00000000-1234-1234-1234-123412341234}" type="slidenum">
              <a:rPr lang="en-US" altLang="ja-JP" smtClean="0"/>
              <a:pPr/>
              <a:t>8</a:t>
            </a:fld>
            <a:endParaRPr lang="ja-JP" altLang="en-US" dirty="0"/>
          </a:p>
        </p:txBody>
      </p:sp>
      <p:sp>
        <p:nvSpPr>
          <p:cNvPr id="9" name="テキスト プレースホルダー 2">
            <a:extLst>
              <a:ext uri="{FF2B5EF4-FFF2-40B4-BE49-F238E27FC236}">
                <a16:creationId xmlns:a16="http://schemas.microsoft.com/office/drawing/2014/main" id="{B5F4FE79-A0A1-1286-E2A4-F06F8385EFA0}"/>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a:t>面接の評価の生成プロセスとして、以下のマルコフモデルを想定（ベイジアンネットワーク）*</a:t>
            </a:r>
            <a:endParaRPr lang="en-US" altLang="ja-JP" dirty="0"/>
          </a:p>
          <a:p>
            <a:r>
              <a:rPr lang="ja-JP" altLang="en-US"/>
              <a:t>参加者は、面接官の表情とフィードバック得点から、どの面接官にアピールすべきかをモデルを逆転させ推定</a:t>
            </a:r>
            <a:endParaRPr lang="en-US" altLang="ja-JP" dirty="0"/>
          </a:p>
          <a:p>
            <a:r>
              <a:rPr lang="ja-JP" altLang="en-US"/>
              <a:t>この時、参加者の内部モデルと実際のモデルの差である自由エネルギーは、以下</a:t>
            </a:r>
            <a:endParaRPr lang="en-US" altLang="ja-JP" dirty="0"/>
          </a:p>
          <a:p>
            <a:r>
              <a:rPr lang="en-US" altLang="ja-JP" dirty="0"/>
              <a:t>G</a:t>
            </a:r>
          </a:p>
          <a:p>
            <a:r>
              <a:rPr lang="ja-JP" altLang="en-US"/>
              <a:t> </a:t>
            </a:r>
            <a:endParaRPr lang="en-US" altLang="ja-JP" dirty="0"/>
          </a:p>
          <a:p>
            <a:r>
              <a:rPr lang="ja-JP" altLang="en-US"/>
              <a:t>* 期待自由エネルギーはリスク、情報利得、曖昧性の３項に分けることができ、これらの要素のトレードオフとしての行動を表現する。</a:t>
            </a:r>
          </a:p>
          <a:p>
            <a:r>
              <a:rPr lang="ja-JP" altLang="en-US"/>
              <a:t>* 脅威感受性は選好パラメータ </a:t>
            </a:r>
            <a:r>
              <a:rPr lang="en-US" altLang="ja-JP" dirty="0"/>
              <a:t>$</a:t>
            </a:r>
            <a:r>
              <a:rPr lang="en" altLang="ja-JP" dirty="0"/>
              <a:t>C$ </a:t>
            </a:r>
            <a:r>
              <a:rPr lang="ja-JP" altLang="en-US"/>
              <a:t>を通じて主にリスク項に影響する。</a:t>
            </a:r>
          </a:p>
          <a:p>
            <a:r>
              <a:rPr lang="ja-JP" altLang="en-US"/>
              <a:t>* 環境変動性に関する信念は遷移確率行列 </a:t>
            </a:r>
            <a:r>
              <a:rPr lang="en-US" altLang="ja-JP" dirty="0"/>
              <a:t>$</a:t>
            </a:r>
            <a:r>
              <a:rPr lang="en" altLang="ja-JP" dirty="0"/>
              <a:t>B$ </a:t>
            </a:r>
            <a:r>
              <a:rPr lang="ja-JP" altLang="en-US"/>
              <a:t>を通じて主に情報利得項に影響する。</a:t>
            </a:r>
          </a:p>
          <a:p>
            <a:endParaRPr lang="en-US" altLang="ja-JP" sz="2400" b="1" dirty="0"/>
          </a:p>
        </p:txBody>
      </p:sp>
      <p:sp>
        <p:nvSpPr>
          <p:cNvPr id="7" name="四角形: 角を丸くする 16">
            <a:extLst>
              <a:ext uri="{FF2B5EF4-FFF2-40B4-BE49-F238E27FC236}">
                <a16:creationId xmlns:a16="http://schemas.microsoft.com/office/drawing/2014/main" id="{8BC7E58C-1F68-4C50-398C-41CC80CB0503}"/>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a:t>
            </a:r>
            <a:r>
              <a:rPr lang="ja-JP" altLang="en-US" sz="2400">
                <a:solidFill>
                  <a:schemeClr val="tx1"/>
                </a:solidFill>
              </a:rPr>
              <a:t>不安は極端な選好に関連しており、これが探索の減少、モデルパラメータ（特に不確実性関連パラメータ：ノイズとボラの混同、リスクと曖昧性の計算異常を導く。結果として、不確実な対象（</a:t>
            </a:r>
            <a:r>
              <a:rPr lang="en-US" altLang="ja-JP" sz="2400" dirty="0">
                <a:solidFill>
                  <a:schemeClr val="tx1"/>
                </a:solidFill>
              </a:rPr>
              <a:t>G)</a:t>
            </a:r>
            <a:r>
              <a:rPr lang="ja-JP" altLang="en-US" sz="2400">
                <a:solidFill>
                  <a:schemeClr val="tx1"/>
                </a:solidFill>
              </a:rPr>
              <a:t>が残り続け、このような対象からの回避が不確実性に対する不耐性として認識されている。にどの面接官にアピールしているか</a:t>
            </a:r>
            <a:endParaRPr kumimoji="1" lang="ja-JP" altLang="en-US" sz="2400" b="1" spc="110">
              <a:solidFill>
                <a:schemeClr val="tx1"/>
              </a:solidFill>
            </a:endParaRPr>
          </a:p>
        </p:txBody>
      </p:sp>
    </p:spTree>
    <p:extLst>
      <p:ext uri="{BB962C8B-B14F-4D97-AF65-F5344CB8AC3E}">
        <p14:creationId xmlns:p14="http://schemas.microsoft.com/office/powerpoint/2010/main" val="1221588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930C-BB04-C3BB-C4CC-FB425051C542}"/>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05D5021-062F-5B42-B0B0-FB4F3F208299}"/>
              </a:ext>
            </a:extLst>
          </p:cNvPr>
          <p:cNvSpPr>
            <a:spLocks noGrp="1"/>
          </p:cNvSpPr>
          <p:nvPr>
            <p:ph type="body" sz="quarter" idx="11"/>
          </p:nvPr>
        </p:nvSpPr>
        <p:spPr/>
        <p:txBody>
          <a:bodyPr/>
          <a:lstStyle/>
          <a:p>
            <a:r>
              <a:rPr lang="ja-JP" altLang="en-US"/>
              <a:t>モデル</a:t>
            </a:r>
            <a:endParaRPr lang="ja-JP" altLang="en-US" dirty="0"/>
          </a:p>
        </p:txBody>
      </p:sp>
      <p:sp>
        <p:nvSpPr>
          <p:cNvPr id="3" name="テキスト プレースホルダー 2">
            <a:extLst>
              <a:ext uri="{FF2B5EF4-FFF2-40B4-BE49-F238E27FC236}">
                <a16:creationId xmlns:a16="http://schemas.microsoft.com/office/drawing/2014/main" id="{6528A108-5502-5967-F82A-4E7D106A1017}"/>
              </a:ext>
            </a:extLst>
          </p:cNvPr>
          <p:cNvSpPr>
            <a:spLocks noGrp="1"/>
          </p:cNvSpPr>
          <p:nvPr>
            <p:ph type="body" sz="quarter" idx="14"/>
          </p:nvPr>
        </p:nvSpPr>
        <p:spPr/>
        <p:txBody>
          <a:bodyPr/>
          <a:lstStyle/>
          <a:p>
            <a:r>
              <a:rPr lang="ja-JP" altLang="en-US"/>
              <a:t>ベイズ推論モデルを用いる。</a:t>
            </a:r>
          </a:p>
        </p:txBody>
      </p:sp>
      <p:sp>
        <p:nvSpPr>
          <p:cNvPr id="4" name="スライド番号プレースホルダー 3">
            <a:extLst>
              <a:ext uri="{FF2B5EF4-FFF2-40B4-BE49-F238E27FC236}">
                <a16:creationId xmlns:a16="http://schemas.microsoft.com/office/drawing/2014/main" id="{F3A34742-C040-32A7-33AB-8852C39FA86D}"/>
              </a:ext>
            </a:extLst>
          </p:cNvPr>
          <p:cNvSpPr>
            <a:spLocks noGrp="1"/>
          </p:cNvSpPr>
          <p:nvPr>
            <p:ph type="sldNum" idx="13"/>
          </p:nvPr>
        </p:nvSpPr>
        <p:spPr/>
        <p:txBody>
          <a:bodyPr/>
          <a:lstStyle/>
          <a:p>
            <a:fld id="{00000000-1234-1234-1234-123412341234}" type="slidenum">
              <a:rPr lang="en-US" altLang="ja-JP" smtClean="0"/>
              <a:pPr/>
              <a:t>9</a:t>
            </a:fld>
            <a:endParaRPr lang="ja-JP" altLang="en-US" dirty="0"/>
          </a:p>
        </p:txBody>
      </p:sp>
      <p:sp>
        <p:nvSpPr>
          <p:cNvPr id="9" name="テキスト プレースホルダー 2">
            <a:extLst>
              <a:ext uri="{FF2B5EF4-FFF2-40B4-BE49-F238E27FC236}">
                <a16:creationId xmlns:a16="http://schemas.microsoft.com/office/drawing/2014/main" id="{D9627335-EDB6-A24A-C2F8-668D881C082F}"/>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br>
              <a:rPr lang="ja-JP" altLang="en-US"/>
            </a:br>
            <a:r>
              <a:rPr lang="en-US" altLang="ja-JP" dirty="0"/>
              <a:t>s</a:t>
            </a:r>
            <a:r>
              <a:rPr lang="ja-JP" altLang="en-US"/>
              <a:t>の図で</a:t>
            </a:r>
            <a:r>
              <a:rPr lang="en-US" altLang="ja-JP" dirty="0"/>
              <a:t>pros</a:t>
            </a:r>
          </a:p>
          <a:p>
            <a:r>
              <a:rPr lang="en-US" altLang="ja-JP" sz="2400" b="1" dirty="0"/>
              <a:t>O</a:t>
            </a:r>
            <a:r>
              <a:rPr lang="ja-JP" altLang="en-US" sz="2400" b="1"/>
              <a:t>の図で顔写真（再喝）点数は書かない</a:t>
            </a:r>
            <a:endParaRPr lang="en-US" altLang="ja-JP" sz="2400" b="1" dirty="0"/>
          </a:p>
        </p:txBody>
      </p:sp>
      <p:sp>
        <p:nvSpPr>
          <p:cNvPr id="7" name="四角形: 角を丸くする 16">
            <a:extLst>
              <a:ext uri="{FF2B5EF4-FFF2-40B4-BE49-F238E27FC236}">
                <a16:creationId xmlns:a16="http://schemas.microsoft.com/office/drawing/2014/main" id="{4422A4B0-69C3-F9B3-F13E-53758CE02C0D}"/>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a:t>
            </a:r>
            <a:r>
              <a:rPr kumimoji="1" lang="en-US" altLang="ja-JP" sz="2400" b="1" spc="110" dirty="0">
                <a:solidFill>
                  <a:schemeClr val="tx1"/>
                </a:solidFill>
              </a:rPr>
              <a:t>IU</a:t>
            </a:r>
            <a:r>
              <a:rPr kumimoji="1" lang="ja-JP" altLang="en-US" sz="2400" b="1" spc="110">
                <a:solidFill>
                  <a:schemeClr val="tx1"/>
                </a:solidFill>
              </a:rPr>
              <a:t>の内</a:t>
            </a:r>
            <a:r>
              <a:rPr lang="ja-JP" altLang="en-US" sz="2400"/>
              <a:t>スピーチ中にどの面接官にアピールしているか</a:t>
            </a:r>
            <a:endParaRPr kumimoji="1" lang="ja-JP" altLang="en-US" sz="2400" b="1" spc="110">
              <a:solidFill>
                <a:schemeClr val="tx1"/>
              </a:solidFill>
            </a:endParaRPr>
          </a:p>
        </p:txBody>
      </p:sp>
    </p:spTree>
    <p:extLst>
      <p:ext uri="{BB962C8B-B14F-4D97-AF65-F5344CB8AC3E}">
        <p14:creationId xmlns:p14="http://schemas.microsoft.com/office/powerpoint/2010/main" val="2455181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0DDB0-4AC2-3D26-D22D-B9A2F17E33B6}"/>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7354A35-CC27-5DEA-AD3A-C76E9F7FC325}"/>
              </a:ext>
            </a:extLst>
          </p:cNvPr>
          <p:cNvSpPr>
            <a:spLocks noGrp="1"/>
          </p:cNvSpPr>
          <p:nvPr>
            <p:ph type="body" sz="quarter" idx="11"/>
          </p:nvPr>
        </p:nvSpPr>
        <p:spPr/>
        <p:txBody>
          <a:bodyPr/>
          <a:lstStyle/>
          <a:p>
            <a:r>
              <a:rPr lang="ja-JP" altLang="en-US"/>
              <a:t>予想される結果</a:t>
            </a:r>
            <a:endParaRPr lang="ja-JP" altLang="en-US" dirty="0"/>
          </a:p>
        </p:txBody>
      </p:sp>
      <p:sp>
        <p:nvSpPr>
          <p:cNvPr id="3" name="テキスト プレースホルダー 2">
            <a:extLst>
              <a:ext uri="{FF2B5EF4-FFF2-40B4-BE49-F238E27FC236}">
                <a16:creationId xmlns:a16="http://schemas.microsoft.com/office/drawing/2014/main" id="{6DF97CB9-14C5-A57B-F25E-04C35925B235}"/>
              </a:ext>
            </a:extLst>
          </p:cNvPr>
          <p:cNvSpPr>
            <a:spLocks noGrp="1"/>
          </p:cNvSpPr>
          <p:nvPr>
            <p:ph type="body" sz="quarter" idx="14"/>
          </p:nvPr>
        </p:nvSpPr>
        <p:spPr/>
        <p:txBody>
          <a:bodyPr/>
          <a:lstStyle/>
          <a:p>
            <a:r>
              <a:rPr lang="ja-JP" altLang="en-US"/>
              <a:t>ベイズ推論モデルを用いる。</a:t>
            </a:r>
          </a:p>
        </p:txBody>
      </p:sp>
      <p:sp>
        <p:nvSpPr>
          <p:cNvPr id="4" name="スライド番号プレースホルダー 3">
            <a:extLst>
              <a:ext uri="{FF2B5EF4-FFF2-40B4-BE49-F238E27FC236}">
                <a16:creationId xmlns:a16="http://schemas.microsoft.com/office/drawing/2014/main" id="{6FFEBEE0-EB05-6CD6-5696-71708ECD3F3B}"/>
              </a:ext>
            </a:extLst>
          </p:cNvPr>
          <p:cNvSpPr>
            <a:spLocks noGrp="1"/>
          </p:cNvSpPr>
          <p:nvPr>
            <p:ph type="sldNum" idx="13"/>
          </p:nvPr>
        </p:nvSpPr>
        <p:spPr/>
        <p:txBody>
          <a:bodyPr/>
          <a:lstStyle/>
          <a:p>
            <a:fld id="{00000000-1234-1234-1234-123412341234}" type="slidenum">
              <a:rPr lang="en-US" altLang="ja-JP" smtClean="0"/>
              <a:pPr/>
              <a:t>10</a:t>
            </a:fld>
            <a:endParaRPr lang="ja-JP" altLang="en-US" dirty="0"/>
          </a:p>
        </p:txBody>
      </p:sp>
      <p:sp>
        <p:nvSpPr>
          <p:cNvPr id="9" name="テキスト プレースホルダー 2">
            <a:extLst>
              <a:ext uri="{FF2B5EF4-FFF2-40B4-BE49-F238E27FC236}">
                <a16:creationId xmlns:a16="http://schemas.microsoft.com/office/drawing/2014/main" id="{028D8158-5A78-5FF8-CDBB-F24CC1267E86}"/>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br>
              <a:rPr lang="ja-JP" altLang="en-US"/>
            </a:br>
            <a:r>
              <a:rPr lang="ja-JP" altLang="en-US"/>
              <a:t>**予想される視線行動**</a:t>
            </a:r>
          </a:p>
          <a:p>
            <a:br>
              <a:rPr lang="ja-JP" altLang="en-US"/>
            </a:br>
            <a:endParaRPr lang="ja-JP" altLang="en-US"/>
          </a:p>
          <a:p>
            <a:r>
              <a:rPr lang="ja-JP" altLang="en-US"/>
              <a:t>* 逆転前後を通じて、平均的に否定的な聴衆への注視が相対的に少なくなりやすい（探索抑制）</a:t>
            </a:r>
          </a:p>
          <a:p>
            <a:r>
              <a:rPr lang="ja-JP" altLang="en-US"/>
              <a:t>* 逆転後に感情価が低い方を見るべき状況へ切り替わっても、注視の移行が遅れ、点数回復が遅い </a:t>
            </a:r>
          </a:p>
          <a:p>
            <a:r>
              <a:rPr lang="ja-JP" altLang="en-US"/>
              <a:t>* 逆転不適応は探索不足による学習遅延として現れる</a:t>
            </a:r>
          </a:p>
          <a:p>
            <a:br>
              <a:rPr lang="ja-JP" altLang="en-US"/>
            </a:br>
            <a:r>
              <a:rPr lang="ja-JP" altLang="en-US"/>
              <a:t>* 感情価が変わりやすい聴衆に対して注視が不安定化しやすい</a:t>
            </a:r>
          </a:p>
          <a:p>
            <a:r>
              <a:rPr lang="ja-JP" altLang="en-US"/>
              <a:t>* 逆転後の適応は、とくに高ノイズ条件で遅れ、注視が不安定になりやすい</a:t>
            </a:r>
          </a:p>
          <a:p>
            <a:r>
              <a:rPr lang="ja-JP" altLang="en-US"/>
              <a:t>* 逆転不適応は不安定な更新として現れる</a:t>
            </a:r>
          </a:p>
          <a:p>
            <a:endParaRPr lang="en-US" altLang="ja-JP" sz="2400" b="1" dirty="0"/>
          </a:p>
        </p:txBody>
      </p:sp>
      <p:sp>
        <p:nvSpPr>
          <p:cNvPr id="7" name="四角形: 角を丸くする 16">
            <a:extLst>
              <a:ext uri="{FF2B5EF4-FFF2-40B4-BE49-F238E27FC236}">
                <a16:creationId xmlns:a16="http://schemas.microsoft.com/office/drawing/2014/main" id="{89F41075-30BD-4132-88CE-74957D8BACC2}"/>
              </a:ext>
            </a:extLst>
          </p:cNvPr>
          <p:cNvSpPr/>
          <p:nvPr/>
        </p:nvSpPr>
        <p:spPr>
          <a:xfrm>
            <a:off x="465432" y="5971469"/>
            <a:ext cx="10188054"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a:solidFill>
                  <a:schemeClr val="tx1"/>
                </a:solidFill>
              </a:rPr>
              <a:t>→</a:t>
            </a:r>
            <a:r>
              <a:rPr kumimoji="1" lang="en-US" altLang="ja-JP" sz="2400" b="1" spc="110" dirty="0">
                <a:solidFill>
                  <a:schemeClr val="tx1"/>
                </a:solidFill>
              </a:rPr>
              <a:t>IU</a:t>
            </a:r>
            <a:r>
              <a:rPr kumimoji="1" lang="ja-JP" altLang="en-US" sz="2400" b="1" spc="110">
                <a:solidFill>
                  <a:schemeClr val="tx1"/>
                </a:solidFill>
              </a:rPr>
              <a:t>の内</a:t>
            </a:r>
            <a:r>
              <a:rPr lang="ja-JP" altLang="en-US" sz="2400"/>
              <a:t>スピーチ中にどの面接官にアピールしているか</a:t>
            </a:r>
            <a:endParaRPr kumimoji="1" lang="ja-JP" altLang="en-US" sz="2400" b="1" spc="110">
              <a:solidFill>
                <a:schemeClr val="tx1"/>
              </a:solidFill>
            </a:endParaRPr>
          </a:p>
        </p:txBody>
      </p:sp>
    </p:spTree>
    <p:extLst>
      <p:ext uri="{BB962C8B-B14F-4D97-AF65-F5344CB8AC3E}">
        <p14:creationId xmlns:p14="http://schemas.microsoft.com/office/powerpoint/2010/main" val="3864883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14388-B99C-27DE-12DF-1239289A9410}"/>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6C57F50-6E77-4C40-F4C2-BE1C3B403FD1}"/>
              </a:ext>
            </a:extLst>
          </p:cNvPr>
          <p:cNvSpPr>
            <a:spLocks noGrp="1"/>
          </p:cNvSpPr>
          <p:nvPr>
            <p:ph type="body" sz="quarter" idx="11"/>
          </p:nvPr>
        </p:nvSpPr>
        <p:spPr/>
        <p:txBody>
          <a:bodyPr/>
          <a:lstStyle/>
          <a:p>
            <a:r>
              <a:rPr lang="ja-JP" altLang="en-US"/>
              <a:t>現在の進捗状況と今後の課題</a:t>
            </a:r>
          </a:p>
        </p:txBody>
      </p:sp>
      <p:sp>
        <p:nvSpPr>
          <p:cNvPr id="3" name="テキスト プレースホルダー 2">
            <a:extLst>
              <a:ext uri="{FF2B5EF4-FFF2-40B4-BE49-F238E27FC236}">
                <a16:creationId xmlns:a16="http://schemas.microsoft.com/office/drawing/2014/main" id="{684F03C9-49A5-2D55-6FD3-A9992B8BBC16}"/>
              </a:ext>
            </a:extLst>
          </p:cNvPr>
          <p:cNvSpPr>
            <a:spLocks noGrp="1"/>
          </p:cNvSpPr>
          <p:nvPr>
            <p:ph type="body" sz="quarter" idx="14"/>
          </p:nvPr>
        </p:nvSpPr>
        <p:spPr/>
        <p:txBody>
          <a:bodyPr/>
          <a:lstStyle/>
          <a:p>
            <a:r>
              <a:rPr lang="ja-JP" altLang="en-US"/>
              <a:t>ベイズ推論モデルを用いる。</a:t>
            </a:r>
          </a:p>
        </p:txBody>
      </p:sp>
      <p:sp>
        <p:nvSpPr>
          <p:cNvPr id="4" name="スライド番号プレースホルダー 3">
            <a:extLst>
              <a:ext uri="{FF2B5EF4-FFF2-40B4-BE49-F238E27FC236}">
                <a16:creationId xmlns:a16="http://schemas.microsoft.com/office/drawing/2014/main" id="{20E45443-D3B8-AFD6-FB19-54E1BC739FB1}"/>
              </a:ext>
            </a:extLst>
          </p:cNvPr>
          <p:cNvSpPr>
            <a:spLocks noGrp="1"/>
          </p:cNvSpPr>
          <p:nvPr>
            <p:ph type="sldNum" idx="13"/>
          </p:nvPr>
        </p:nvSpPr>
        <p:spPr/>
        <p:txBody>
          <a:bodyPr/>
          <a:lstStyle/>
          <a:p>
            <a:fld id="{00000000-1234-1234-1234-123412341234}" type="slidenum">
              <a:rPr lang="en-US" altLang="ja-JP" smtClean="0"/>
              <a:pPr/>
              <a:t>11</a:t>
            </a:fld>
            <a:endParaRPr lang="ja-JP" altLang="en-US" dirty="0"/>
          </a:p>
        </p:txBody>
      </p:sp>
      <p:sp>
        <p:nvSpPr>
          <p:cNvPr id="9" name="テキスト プレースホルダー 2">
            <a:extLst>
              <a:ext uri="{FF2B5EF4-FFF2-40B4-BE49-F238E27FC236}">
                <a16:creationId xmlns:a16="http://schemas.microsoft.com/office/drawing/2014/main" id="{59855F3D-07C5-C38A-423A-4A600294E98A}"/>
              </a:ext>
            </a:extLst>
          </p:cNvPr>
          <p:cNvSpPr txBox="1">
            <a:spLocks/>
          </p:cNvSpPr>
          <p:nvPr/>
        </p:nvSpPr>
        <p:spPr>
          <a:xfrm>
            <a:off x="1057941" y="1953981"/>
            <a:ext cx="10076118" cy="3457262"/>
          </a:xfrm>
          <a:prstGeom prst="rect">
            <a:avLst/>
          </a:prstGeom>
          <a:noFill/>
          <a:ln w="28575">
            <a:noFill/>
          </a:ln>
        </p:spPr>
        <p:txBody>
          <a:bodyPr lIns="0" tIns="0" rIns="0" bIns="0" anchor="ctr"/>
          <a:lstStyle>
            <a:defPPr marR="0" lvl="0" algn="l" rtl="0">
              <a:lnSpc>
                <a:spcPct val="100000"/>
              </a:lnSpc>
              <a:spcBef>
                <a:spcPts val="0"/>
              </a:spcBef>
              <a:spcAft>
                <a:spcPts val="0"/>
              </a:spcAft>
            </a:defPPr>
            <a:lvl1pPr marR="0" lvl="0" algn="l" rtl="0">
              <a:lnSpc>
                <a:spcPct val="110000"/>
              </a:lnSpc>
              <a:spcBef>
                <a:spcPts val="0"/>
              </a:spcBef>
              <a:spcAft>
                <a:spcPts val="0"/>
              </a:spcAft>
              <a:buClr>
                <a:srgbClr val="000000"/>
              </a:buClr>
              <a:buFont typeface="Arial"/>
              <a:defRPr sz="1800" b="0" i="0" u="none" strike="noStrike" cap="none">
                <a:solidFill>
                  <a:schemeClr val="tx1"/>
                </a:solidFill>
                <a:latin typeface="Noto Sans JP" panose="020B0500000000000000" pitchFamily="34" charset="-128"/>
                <a:ea typeface="Noto Sans JP" panose="020B05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a:t>完了</a:t>
            </a:r>
          </a:p>
          <a:p>
            <a:r>
              <a:rPr lang="ja-JP" altLang="en-US"/>
              <a:t>* 動画刺激の作成</a:t>
            </a:r>
          </a:p>
          <a:p>
            <a:r>
              <a:rPr lang="ja-JP" altLang="en-US"/>
              <a:t>進行中</a:t>
            </a:r>
          </a:p>
          <a:p>
            <a:r>
              <a:rPr lang="ja-JP" altLang="en-US"/>
              <a:t>* 課題設計</a:t>
            </a:r>
          </a:p>
          <a:p>
            <a:r>
              <a:rPr lang="ja-JP" altLang="en-US"/>
              <a:t>* モデル設計</a:t>
            </a:r>
          </a:p>
          <a:p>
            <a:r>
              <a:rPr lang="ja-JP" altLang="en-US"/>
              <a:t>未着手</a:t>
            </a:r>
          </a:p>
          <a:p>
            <a:r>
              <a:rPr lang="ja-JP" altLang="en-US"/>
              <a:t>* オンラインアンケートの実施</a:t>
            </a:r>
          </a:p>
          <a:p>
            <a:r>
              <a:rPr lang="ja-JP" altLang="en-US"/>
              <a:t>* 予備実験</a:t>
            </a:r>
          </a:p>
          <a:p>
            <a:r>
              <a:rPr lang="ja-JP" altLang="en-US"/>
              <a:t>* 本実験</a:t>
            </a:r>
          </a:p>
          <a:p>
            <a:r>
              <a:rPr lang="ja-JP" altLang="en-US"/>
              <a:t>* データ解析</a:t>
            </a:r>
          </a:p>
          <a:p>
            <a:endParaRPr lang="en-US" altLang="ja-JP" sz="2400" b="1" dirty="0"/>
          </a:p>
        </p:txBody>
      </p:sp>
    </p:spTree>
    <p:extLst>
      <p:ext uri="{BB962C8B-B14F-4D97-AF65-F5344CB8AC3E}">
        <p14:creationId xmlns:p14="http://schemas.microsoft.com/office/powerpoint/2010/main" val="3274817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2EB4BF5-868E-74BA-E3C8-B318C5A9551A}"/>
              </a:ext>
            </a:extLst>
          </p:cNvPr>
          <p:cNvSpPr txBox="1"/>
          <p:nvPr/>
        </p:nvSpPr>
        <p:spPr>
          <a:xfrm>
            <a:off x="977467" y="4305567"/>
            <a:ext cx="1261884" cy="320665"/>
          </a:xfrm>
          <a:prstGeom prst="rect">
            <a:avLst/>
          </a:prstGeom>
          <a:noFill/>
        </p:spPr>
        <p:txBody>
          <a:bodyPr wrap="none" lIns="0" tIns="0" rIns="0" bIns="0" anchor="ctr">
            <a:noAutofit/>
          </a:bodyPr>
          <a:lstStyle/>
          <a:p>
            <a:pPr>
              <a:lnSpc>
                <a:spcPct val="110000"/>
              </a:lnSpc>
            </a:pPr>
            <a:r>
              <a:rPr lang="en-US" altLang="ja-JP" sz="1200" dirty="0">
                <a:solidFill>
                  <a:schemeClr val="tx1"/>
                </a:solidFill>
                <a:latin typeface="+mn-ea"/>
                <a:ea typeface="+mn-ea"/>
              </a:rPr>
              <a:t>PIVOT</a:t>
            </a:r>
            <a:r>
              <a:rPr lang="ja-JP" altLang="en-US" sz="1200" dirty="0">
                <a:solidFill>
                  <a:schemeClr val="tx1"/>
                </a:solidFill>
                <a:latin typeface="+mn-ea"/>
                <a:ea typeface="+mn-ea"/>
              </a:rPr>
              <a:t>株式会社</a:t>
            </a:r>
            <a:endParaRPr lang="en-US" altLang="ja-JP" sz="1200" dirty="0">
              <a:solidFill>
                <a:schemeClr val="tx1"/>
              </a:solidFill>
              <a:latin typeface="+mn-ea"/>
              <a:ea typeface="+mn-ea"/>
            </a:endParaRPr>
          </a:p>
        </p:txBody>
      </p:sp>
      <p:sp>
        <p:nvSpPr>
          <p:cNvPr id="6" name="テキスト ボックス 5">
            <a:extLst>
              <a:ext uri="{FF2B5EF4-FFF2-40B4-BE49-F238E27FC236}">
                <a16:creationId xmlns:a16="http://schemas.microsoft.com/office/drawing/2014/main" id="{7454EE7C-F1FB-BD1E-73B9-EEBA28699646}"/>
              </a:ext>
            </a:extLst>
          </p:cNvPr>
          <p:cNvSpPr txBox="1"/>
          <p:nvPr/>
        </p:nvSpPr>
        <p:spPr>
          <a:xfrm>
            <a:off x="2944959" y="3494991"/>
            <a:ext cx="2872581" cy="520592"/>
          </a:xfrm>
          <a:prstGeom prst="rect">
            <a:avLst/>
          </a:prstGeom>
          <a:noFill/>
        </p:spPr>
        <p:txBody>
          <a:bodyPr wrap="none" lIns="0" tIns="0" rIns="0" bIns="0">
            <a:spAutoFit/>
          </a:bodyPr>
          <a:lstStyle/>
          <a:p>
            <a:pPr>
              <a:lnSpc>
                <a:spcPct val="110000"/>
              </a:lnSpc>
            </a:pPr>
            <a:r>
              <a:rPr lang="ja-JP" altLang="en-US" sz="3200" b="1" dirty="0">
                <a:solidFill>
                  <a:schemeClr val="tx1"/>
                </a:solidFill>
                <a:latin typeface="+mn-ea"/>
                <a:ea typeface="+mn-ea"/>
              </a:rPr>
              <a:t>ご出演のご提案</a:t>
            </a:r>
            <a:endParaRPr lang="en-US" altLang="ja-JP" sz="3200" b="1" dirty="0">
              <a:solidFill>
                <a:schemeClr val="tx1"/>
              </a:solidFill>
              <a:latin typeface="+mn-ea"/>
              <a:ea typeface="+mn-ea"/>
            </a:endParaRPr>
          </a:p>
        </p:txBody>
      </p:sp>
      <p:sp>
        <p:nvSpPr>
          <p:cNvPr id="3" name="テキスト ボックス 2">
            <a:extLst>
              <a:ext uri="{FF2B5EF4-FFF2-40B4-BE49-F238E27FC236}">
                <a16:creationId xmlns:a16="http://schemas.microsoft.com/office/drawing/2014/main" id="{D3DF2FB9-38BA-F096-C783-16C7242EFC95}"/>
              </a:ext>
            </a:extLst>
          </p:cNvPr>
          <p:cNvSpPr txBox="1"/>
          <p:nvPr/>
        </p:nvSpPr>
        <p:spPr>
          <a:xfrm>
            <a:off x="977467" y="2329275"/>
            <a:ext cx="2795638" cy="293542"/>
          </a:xfrm>
          <a:prstGeom prst="rect">
            <a:avLst/>
          </a:prstGeom>
          <a:noFill/>
        </p:spPr>
        <p:txBody>
          <a:bodyPr wrap="none" lIns="0" tIns="0" rIns="0" bIns="0">
            <a:spAutoFit/>
          </a:bodyPr>
          <a:lstStyle/>
          <a:p>
            <a:pPr>
              <a:lnSpc>
                <a:spcPct val="110000"/>
              </a:lnSpc>
            </a:pPr>
            <a:r>
              <a:rPr lang="en-US" altLang="ja-JP" sz="1800" b="1" dirty="0">
                <a:gradFill flip="none" rotWithShape="1">
                  <a:gsLst>
                    <a:gs pos="0">
                      <a:schemeClr val="accent1"/>
                    </a:gs>
                    <a:gs pos="100000">
                      <a:schemeClr val="accent2"/>
                    </a:gs>
                  </a:gsLst>
                  <a:lin ang="0" scaled="0"/>
                  <a:tileRect/>
                </a:gradFill>
                <a:latin typeface="+mn-ea"/>
                <a:ea typeface="+mn-ea"/>
              </a:rPr>
              <a:t>30</a:t>
            </a:r>
            <a:r>
              <a:rPr lang="ja-JP" altLang="en-US" sz="1800" b="1" dirty="0">
                <a:gradFill flip="none" rotWithShape="1">
                  <a:gsLst>
                    <a:gs pos="0">
                      <a:schemeClr val="accent1"/>
                    </a:gs>
                    <a:gs pos="100000">
                      <a:schemeClr val="accent2"/>
                    </a:gs>
                  </a:gsLst>
                  <a:lin ang="0" scaled="0"/>
                  <a:tileRect/>
                </a:gradFill>
                <a:latin typeface="+mn-ea"/>
                <a:ea typeface="+mn-ea"/>
              </a:rPr>
              <a:t>代キャリア特化型新番組</a:t>
            </a:r>
          </a:p>
        </p:txBody>
      </p:sp>
      <p:sp>
        <p:nvSpPr>
          <p:cNvPr id="8" name="Google Shape;14;p13">
            <a:extLst>
              <a:ext uri="{FF2B5EF4-FFF2-40B4-BE49-F238E27FC236}">
                <a16:creationId xmlns:a16="http://schemas.microsoft.com/office/drawing/2014/main" id="{BF71E324-ED3E-00C8-A9B6-7A2CE2D72335}"/>
              </a:ext>
            </a:extLst>
          </p:cNvPr>
          <p:cNvSpPr txBox="1"/>
          <p:nvPr/>
        </p:nvSpPr>
        <p:spPr>
          <a:xfrm>
            <a:off x="10018493" y="6140806"/>
            <a:ext cx="1728328" cy="215403"/>
          </a:xfrm>
          <a:prstGeom prst="rect">
            <a:avLst/>
          </a:prstGeom>
          <a:noFill/>
          <a:ln>
            <a:noFill/>
          </a:ln>
        </p:spPr>
        <p:txBody>
          <a:bodyPr spcFirstLastPara="1" wrap="none" lIns="0" tIns="0" rIns="0" bIns="0" anchor="ctr" anchorCtr="0">
            <a:noAutofit/>
          </a:bodyPr>
          <a:lstStyle/>
          <a:p>
            <a:pPr marL="0" marR="0" lvl="0" indent="0" algn="r" rtl="0">
              <a:spcBef>
                <a:spcPts val="0"/>
              </a:spcBef>
              <a:spcAft>
                <a:spcPts val="0"/>
              </a:spcAft>
              <a:buNone/>
            </a:pPr>
            <a:r>
              <a:rPr lang="en-US" altLang="ja-JP" sz="1600" b="0" i="0" u="none" strike="noStrike" cap="none" dirty="0">
                <a:solidFill>
                  <a:schemeClr val="bg1">
                    <a:lumMod val="20000"/>
                    <a:lumOff val="80000"/>
                  </a:schemeClr>
                </a:solidFill>
                <a:latin typeface="Noto Sans JP" panose="020B0500000000000000" pitchFamily="34" charset="-128"/>
                <a:ea typeface="Noto Sans JP" panose="020B0500000000000000" pitchFamily="34" charset="-128"/>
                <a:sym typeface="Arial"/>
              </a:rPr>
              <a:t>2023/3/31 Fri.</a:t>
            </a:r>
            <a:endParaRPr lang="en-US" sz="1600" b="0" i="0" dirty="0">
              <a:solidFill>
                <a:schemeClr val="bg1">
                  <a:lumMod val="20000"/>
                  <a:lumOff val="80000"/>
                </a:schemeClr>
              </a:solidFill>
              <a:latin typeface="Noto Sans JP" panose="020B0500000000000000" pitchFamily="34" charset="-128"/>
              <a:ea typeface="Noto Sans JP" panose="020B0500000000000000" pitchFamily="34" charset="-128"/>
              <a:sym typeface="Arial"/>
            </a:endParaRPr>
          </a:p>
        </p:txBody>
      </p:sp>
      <p:sp>
        <p:nvSpPr>
          <p:cNvPr id="12" name="テキスト ボックス 11">
            <a:extLst>
              <a:ext uri="{FF2B5EF4-FFF2-40B4-BE49-F238E27FC236}">
                <a16:creationId xmlns:a16="http://schemas.microsoft.com/office/drawing/2014/main" id="{80FA2126-C324-8432-0793-E463FDC8C46E}"/>
              </a:ext>
            </a:extLst>
          </p:cNvPr>
          <p:cNvSpPr txBox="1"/>
          <p:nvPr/>
        </p:nvSpPr>
        <p:spPr>
          <a:xfrm>
            <a:off x="3005919" y="3218004"/>
            <a:ext cx="766235" cy="189091"/>
          </a:xfrm>
          <a:prstGeom prst="rect">
            <a:avLst/>
          </a:prstGeom>
          <a:noFill/>
        </p:spPr>
        <p:txBody>
          <a:bodyPr wrap="none" lIns="0" tIns="0" rIns="0" bIns="0">
            <a:spAutoFit/>
          </a:bodyPr>
          <a:lstStyle/>
          <a:p>
            <a:pPr>
              <a:lnSpc>
                <a:spcPct val="110000"/>
              </a:lnSpc>
            </a:pPr>
            <a:r>
              <a:rPr lang="en-US" altLang="ja-JP" sz="1200" dirty="0">
                <a:solidFill>
                  <a:schemeClr val="tx1"/>
                </a:solidFill>
                <a:latin typeface="+mn-ea"/>
                <a:ea typeface="+mn-ea"/>
              </a:rPr>
              <a:t>-THIRTIES-</a:t>
            </a:r>
          </a:p>
        </p:txBody>
      </p:sp>
      <p:sp>
        <p:nvSpPr>
          <p:cNvPr id="13" name="テキスト ボックス 12">
            <a:extLst>
              <a:ext uri="{FF2B5EF4-FFF2-40B4-BE49-F238E27FC236}">
                <a16:creationId xmlns:a16="http://schemas.microsoft.com/office/drawing/2014/main" id="{5606CEF5-D9E8-2229-888B-134CE7FF7B43}"/>
              </a:ext>
            </a:extLst>
          </p:cNvPr>
          <p:cNvSpPr txBox="1"/>
          <p:nvPr/>
        </p:nvSpPr>
        <p:spPr>
          <a:xfrm>
            <a:off x="395641" y="329038"/>
            <a:ext cx="1261884" cy="320665"/>
          </a:xfrm>
          <a:prstGeom prst="rect">
            <a:avLst/>
          </a:prstGeom>
          <a:noFill/>
        </p:spPr>
        <p:txBody>
          <a:bodyPr wrap="none" lIns="0" tIns="0" rIns="0" bIns="0" anchor="ctr">
            <a:noAutofit/>
          </a:bodyPr>
          <a:lstStyle/>
          <a:p>
            <a:pPr>
              <a:lnSpc>
                <a:spcPct val="110000"/>
              </a:lnSpc>
            </a:pPr>
            <a:r>
              <a:rPr lang="ja-JP" altLang="en-US" sz="1800" b="1" dirty="0">
                <a:solidFill>
                  <a:schemeClr val="tx1"/>
                </a:solidFill>
                <a:latin typeface="+mn-ea"/>
                <a:ea typeface="+mn-ea"/>
              </a:rPr>
              <a:t>豊間根 青地様</a:t>
            </a:r>
            <a:endParaRPr lang="en-US" altLang="ja-JP" sz="1800" b="1" dirty="0">
              <a:solidFill>
                <a:schemeClr val="tx1"/>
              </a:solidFill>
              <a:latin typeface="+mn-ea"/>
              <a:ea typeface="+mn-ea"/>
            </a:endParaRPr>
          </a:p>
        </p:txBody>
      </p:sp>
    </p:spTree>
    <p:extLst>
      <p:ext uri="{BB962C8B-B14F-4D97-AF65-F5344CB8AC3E}">
        <p14:creationId xmlns:p14="http://schemas.microsoft.com/office/powerpoint/2010/main" val="2744444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0D63DC9-4192-9A91-8AC8-6A1F3E5F054B}"/>
              </a:ext>
            </a:extLst>
          </p:cNvPr>
          <p:cNvSpPr txBox="1"/>
          <p:nvPr/>
        </p:nvSpPr>
        <p:spPr>
          <a:xfrm>
            <a:off x="3970923" y="3059668"/>
            <a:ext cx="3148298" cy="738664"/>
          </a:xfrm>
          <a:prstGeom prst="rect">
            <a:avLst/>
          </a:prstGeom>
          <a:noFill/>
        </p:spPr>
        <p:txBody>
          <a:bodyPr wrap="none" lIns="0" tIns="0" rIns="0" bIns="0" anchor="ctr">
            <a:spAutoFit/>
          </a:bodyPr>
          <a:lstStyle/>
          <a:p>
            <a:pPr>
              <a:buClr>
                <a:schemeClr val="bg1"/>
              </a:buClr>
            </a:pPr>
            <a:r>
              <a:rPr lang="ja-JP" altLang="en-US" sz="4800" b="1" spc="110" dirty="0">
                <a:solidFill>
                  <a:schemeClr val="bg1"/>
                </a:solidFill>
                <a:latin typeface="+mn-ea"/>
                <a:ea typeface="+mn-ea"/>
              </a:rPr>
              <a:t>企画の概要</a:t>
            </a:r>
            <a:endParaRPr lang="en-US" altLang="ja-JP" sz="4800" b="1" spc="110" dirty="0">
              <a:solidFill>
                <a:schemeClr val="bg1"/>
              </a:solidFill>
              <a:latin typeface="+mn-ea"/>
              <a:ea typeface="+mn-ea"/>
            </a:endParaRPr>
          </a:p>
        </p:txBody>
      </p:sp>
      <p:sp>
        <p:nvSpPr>
          <p:cNvPr id="7" name="テキスト ボックス 6">
            <a:extLst>
              <a:ext uri="{FF2B5EF4-FFF2-40B4-BE49-F238E27FC236}">
                <a16:creationId xmlns:a16="http://schemas.microsoft.com/office/drawing/2014/main" id="{0C5B8A6C-8532-E885-3D7F-8CA0D662847E}"/>
              </a:ext>
            </a:extLst>
          </p:cNvPr>
          <p:cNvSpPr txBox="1"/>
          <p:nvPr/>
        </p:nvSpPr>
        <p:spPr>
          <a:xfrm>
            <a:off x="-685614" y="1220703"/>
            <a:ext cx="4334520" cy="4416594"/>
          </a:xfrm>
          <a:prstGeom prst="rect">
            <a:avLst/>
          </a:prstGeom>
          <a:noFill/>
        </p:spPr>
        <p:txBody>
          <a:bodyPr wrap="none" lIns="0" tIns="0" rIns="0" bIns="0">
            <a:spAutoFit/>
          </a:bodyPr>
          <a:lstStyle/>
          <a:p>
            <a:pPr>
              <a:buClr>
                <a:schemeClr val="bg1"/>
              </a:buClr>
            </a:pPr>
            <a:r>
              <a:rPr lang="en-US" altLang="ja-JP" sz="28700" b="1" dirty="0">
                <a:solidFill>
                  <a:schemeClr val="bg1">
                    <a:alpha val="30000"/>
                  </a:schemeClr>
                </a:solidFill>
                <a:latin typeface="+mn-ea"/>
                <a:ea typeface="+mn-ea"/>
              </a:rPr>
              <a:t>01</a:t>
            </a:r>
          </a:p>
        </p:txBody>
      </p:sp>
    </p:spTree>
    <p:extLst>
      <p:ext uri="{BB962C8B-B14F-4D97-AF65-F5344CB8AC3E}">
        <p14:creationId xmlns:p14="http://schemas.microsoft.com/office/powerpoint/2010/main" val="556075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39B34007-1477-84FE-1623-10EBF3D8F5BD}"/>
              </a:ext>
            </a:extLst>
          </p:cNvPr>
          <p:cNvSpPr/>
          <p:nvPr/>
        </p:nvSpPr>
        <p:spPr>
          <a:xfrm>
            <a:off x="5515338" y="2581691"/>
            <a:ext cx="4113729" cy="470449"/>
          </a:xfrm>
          <a:prstGeom prst="rect">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18" name="正方形/長方形 17">
            <a:extLst>
              <a:ext uri="{FF2B5EF4-FFF2-40B4-BE49-F238E27FC236}">
                <a16:creationId xmlns:a16="http://schemas.microsoft.com/office/drawing/2014/main" id="{9DBCC6F3-F7FE-1BB3-FAB7-A9BC5E2968A4}"/>
              </a:ext>
            </a:extLst>
          </p:cNvPr>
          <p:cNvSpPr/>
          <p:nvPr/>
        </p:nvSpPr>
        <p:spPr>
          <a:xfrm>
            <a:off x="7435139" y="4277784"/>
            <a:ext cx="1944303" cy="252892"/>
          </a:xfrm>
          <a:prstGeom prst="rect">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3" name="テキスト ボックス 2">
            <a:extLst>
              <a:ext uri="{FF2B5EF4-FFF2-40B4-BE49-F238E27FC236}">
                <a16:creationId xmlns:a16="http://schemas.microsoft.com/office/drawing/2014/main" id="{B9807482-F16F-6CA4-3A47-2742C2EDCADD}"/>
              </a:ext>
            </a:extLst>
          </p:cNvPr>
          <p:cNvSpPr txBox="1"/>
          <p:nvPr/>
        </p:nvSpPr>
        <p:spPr>
          <a:xfrm>
            <a:off x="5455207" y="3224170"/>
            <a:ext cx="5632980" cy="1347035"/>
          </a:xfrm>
          <a:prstGeom prst="rect">
            <a:avLst/>
          </a:prstGeom>
          <a:noFill/>
        </p:spPr>
        <p:txBody>
          <a:bodyPr wrap="square">
            <a:spAutoFit/>
          </a:bodyPr>
          <a:lstStyle/>
          <a:p>
            <a:pPr>
              <a:lnSpc>
                <a:spcPct val="150000"/>
              </a:lnSpc>
            </a:pPr>
            <a:r>
              <a:rPr lang="ja-JP" altLang="en-US" b="0" i="0" spc="110" dirty="0">
                <a:solidFill>
                  <a:schemeClr val="tx1"/>
                </a:solidFill>
                <a:effectLst/>
                <a:latin typeface="+mn-ea"/>
                <a:ea typeface="+mn-ea"/>
              </a:rPr>
              <a:t>国内外で活躍する同世代のビジネスパーソンを始め</a:t>
            </a:r>
            <a:endParaRPr lang="en-US" altLang="ja-JP" b="0" i="0" spc="110" dirty="0">
              <a:solidFill>
                <a:schemeClr val="tx1"/>
              </a:solidFill>
              <a:effectLst/>
              <a:latin typeface="+mn-ea"/>
              <a:ea typeface="+mn-ea"/>
            </a:endParaRPr>
          </a:p>
          <a:p>
            <a:pPr>
              <a:lnSpc>
                <a:spcPct val="150000"/>
              </a:lnSpc>
            </a:pPr>
            <a:r>
              <a:rPr lang="ja-JP" altLang="en-US" b="0" i="0" spc="110" dirty="0">
                <a:solidFill>
                  <a:schemeClr val="tx1"/>
                </a:solidFill>
                <a:effectLst/>
                <a:latin typeface="+mn-ea"/>
                <a:ea typeface="+mn-ea"/>
              </a:rPr>
              <a:t>エンターテイナー・アスリートなどにディープインタビュー。</a:t>
            </a:r>
            <a:endParaRPr lang="en-US" altLang="ja-JP" b="0" i="0" spc="110" dirty="0">
              <a:solidFill>
                <a:schemeClr val="tx1"/>
              </a:solidFill>
              <a:effectLst/>
              <a:latin typeface="+mn-ea"/>
              <a:ea typeface="+mn-ea"/>
            </a:endParaRPr>
          </a:p>
          <a:p>
            <a:pPr>
              <a:lnSpc>
                <a:spcPct val="150000"/>
              </a:lnSpc>
            </a:pPr>
            <a:r>
              <a:rPr lang="ja-JP" altLang="en-US" b="0" i="0" spc="110" dirty="0">
                <a:solidFill>
                  <a:schemeClr val="tx1"/>
                </a:solidFill>
                <a:effectLst/>
                <a:latin typeface="+mn-ea"/>
                <a:ea typeface="+mn-ea"/>
              </a:rPr>
              <a:t>環境の変化を恐れないフロントランナーの本音と</a:t>
            </a:r>
            <a:endParaRPr lang="en-US" altLang="ja-JP" b="0" i="0" spc="110" dirty="0">
              <a:solidFill>
                <a:schemeClr val="tx1"/>
              </a:solidFill>
              <a:effectLst/>
              <a:latin typeface="+mn-ea"/>
              <a:ea typeface="+mn-ea"/>
            </a:endParaRPr>
          </a:p>
          <a:p>
            <a:pPr>
              <a:lnSpc>
                <a:spcPct val="150000"/>
              </a:lnSpc>
            </a:pPr>
            <a:r>
              <a:rPr lang="ja-JP" altLang="en-US" b="0" i="0" spc="110" dirty="0">
                <a:solidFill>
                  <a:schemeClr val="tx1"/>
                </a:solidFill>
                <a:effectLst/>
                <a:latin typeface="+mn-ea"/>
                <a:ea typeface="+mn-ea"/>
              </a:rPr>
              <a:t>ビジョンを聞き出し、</a:t>
            </a:r>
            <a:r>
              <a:rPr lang="ja-JP" altLang="en-US" b="1" i="0" spc="110" dirty="0">
                <a:solidFill>
                  <a:schemeClr val="tx1"/>
                </a:solidFill>
                <a:effectLst/>
                <a:latin typeface="+mn-ea"/>
                <a:ea typeface="+mn-ea"/>
              </a:rPr>
              <a:t>一流のマインドセット</a:t>
            </a:r>
            <a:r>
              <a:rPr lang="ja-JP" altLang="en-US" b="0" i="0" spc="110" dirty="0">
                <a:solidFill>
                  <a:schemeClr val="tx1"/>
                </a:solidFill>
                <a:effectLst/>
                <a:latin typeface="+mn-ea"/>
                <a:ea typeface="+mn-ea"/>
              </a:rPr>
              <a:t>を学ぶ新番組。</a:t>
            </a:r>
            <a:endParaRPr lang="ja-JP" altLang="en-US" spc="110" dirty="0">
              <a:solidFill>
                <a:schemeClr val="tx1"/>
              </a:solidFill>
              <a:latin typeface="+mn-ea"/>
              <a:ea typeface="+mn-ea"/>
            </a:endParaRPr>
          </a:p>
        </p:txBody>
      </p:sp>
      <p:sp>
        <p:nvSpPr>
          <p:cNvPr id="12" name="テキスト ボックス 11">
            <a:extLst>
              <a:ext uri="{FF2B5EF4-FFF2-40B4-BE49-F238E27FC236}">
                <a16:creationId xmlns:a16="http://schemas.microsoft.com/office/drawing/2014/main" id="{A01335BA-8A2E-3018-7AB1-724FCCD20FE0}"/>
              </a:ext>
            </a:extLst>
          </p:cNvPr>
          <p:cNvSpPr txBox="1"/>
          <p:nvPr/>
        </p:nvSpPr>
        <p:spPr>
          <a:xfrm>
            <a:off x="5455207" y="2586203"/>
            <a:ext cx="5632980" cy="470450"/>
          </a:xfrm>
          <a:prstGeom prst="rect">
            <a:avLst/>
          </a:prstGeom>
          <a:noFill/>
        </p:spPr>
        <p:txBody>
          <a:bodyPr wrap="square">
            <a:spAutoFit/>
          </a:bodyPr>
          <a:lstStyle/>
          <a:p>
            <a:pPr>
              <a:lnSpc>
                <a:spcPct val="110000"/>
              </a:lnSpc>
            </a:pPr>
            <a:r>
              <a:rPr lang="en-US" altLang="ja-JP" sz="2400" b="1" i="0" spc="110" dirty="0">
                <a:solidFill>
                  <a:schemeClr val="tx1"/>
                </a:solidFill>
                <a:effectLst/>
                <a:latin typeface="+mn-ea"/>
                <a:ea typeface="+mn-ea"/>
              </a:rPr>
              <a:t>30</a:t>
            </a:r>
            <a:r>
              <a:rPr lang="ja-JP" altLang="en-US" sz="2400" b="1" i="0" spc="110" dirty="0">
                <a:solidFill>
                  <a:schemeClr val="tx1"/>
                </a:solidFill>
                <a:effectLst/>
                <a:latin typeface="+mn-ea"/>
                <a:ea typeface="+mn-ea"/>
              </a:rPr>
              <a:t>代キャリア特化型 新番組</a:t>
            </a:r>
            <a:endParaRPr lang="en-US" altLang="ja-JP" sz="2400" b="1" i="0" spc="110" dirty="0">
              <a:solidFill>
                <a:schemeClr val="tx1"/>
              </a:solidFill>
              <a:effectLst/>
              <a:latin typeface="+mn-ea"/>
              <a:ea typeface="+mn-ea"/>
            </a:endParaRPr>
          </a:p>
        </p:txBody>
      </p:sp>
      <p:sp>
        <p:nvSpPr>
          <p:cNvPr id="13" name="テキスト プレースホルダー 12">
            <a:extLst>
              <a:ext uri="{FF2B5EF4-FFF2-40B4-BE49-F238E27FC236}">
                <a16:creationId xmlns:a16="http://schemas.microsoft.com/office/drawing/2014/main" id="{98F87424-3D9C-80DB-FA22-02F136279E23}"/>
              </a:ext>
            </a:extLst>
          </p:cNvPr>
          <p:cNvSpPr>
            <a:spLocks noGrp="1"/>
          </p:cNvSpPr>
          <p:nvPr>
            <p:ph type="body" sz="quarter" idx="11"/>
          </p:nvPr>
        </p:nvSpPr>
        <p:spPr/>
        <p:txBody>
          <a:bodyPr/>
          <a:lstStyle/>
          <a:p>
            <a:r>
              <a:rPr lang="ja-JP" altLang="en-US" dirty="0"/>
              <a:t>コンセプト</a:t>
            </a:r>
          </a:p>
        </p:txBody>
      </p:sp>
      <p:sp>
        <p:nvSpPr>
          <p:cNvPr id="14" name="スライド番号プレースホルダー 13">
            <a:extLst>
              <a:ext uri="{FF2B5EF4-FFF2-40B4-BE49-F238E27FC236}">
                <a16:creationId xmlns:a16="http://schemas.microsoft.com/office/drawing/2014/main" id="{BF44894D-7B6E-3C08-17D0-63C4B752D8FE}"/>
              </a:ext>
            </a:extLst>
          </p:cNvPr>
          <p:cNvSpPr>
            <a:spLocks noGrp="1"/>
          </p:cNvSpPr>
          <p:nvPr>
            <p:ph type="sldNum" idx="13"/>
          </p:nvPr>
        </p:nvSpPr>
        <p:spPr/>
        <p:txBody>
          <a:bodyPr/>
          <a:lstStyle/>
          <a:p>
            <a:fld id="{00000000-1234-1234-1234-123412341234}" type="slidenum">
              <a:rPr lang="en-US" altLang="ja-JP" smtClean="0"/>
              <a:pPr/>
              <a:t>14</a:t>
            </a:fld>
            <a:endParaRPr lang="ja-JP" altLang="en-US" dirty="0"/>
          </a:p>
        </p:txBody>
      </p:sp>
      <p:sp>
        <p:nvSpPr>
          <p:cNvPr id="17" name="テキスト ボックス 16">
            <a:extLst>
              <a:ext uri="{FF2B5EF4-FFF2-40B4-BE49-F238E27FC236}">
                <a16:creationId xmlns:a16="http://schemas.microsoft.com/office/drawing/2014/main" id="{359A5B0F-6FEE-1B0E-164A-85E41B783DFC}"/>
              </a:ext>
            </a:extLst>
          </p:cNvPr>
          <p:cNvSpPr txBox="1"/>
          <p:nvPr/>
        </p:nvSpPr>
        <p:spPr>
          <a:xfrm>
            <a:off x="1883054" y="4297649"/>
            <a:ext cx="2380693" cy="344453"/>
          </a:xfrm>
          <a:prstGeom prst="rect">
            <a:avLst/>
          </a:prstGeom>
          <a:noFill/>
        </p:spPr>
        <p:txBody>
          <a:bodyPr wrap="square">
            <a:spAutoFit/>
          </a:bodyPr>
          <a:lstStyle/>
          <a:p>
            <a:pPr algn="ctr">
              <a:lnSpc>
                <a:spcPct val="110000"/>
              </a:lnSpc>
            </a:pPr>
            <a:r>
              <a:rPr lang="en-US" altLang="ja-JP" sz="1600" dirty="0">
                <a:solidFill>
                  <a:schemeClr val="tx1"/>
                </a:solidFill>
                <a:latin typeface="+mn-ea"/>
                <a:ea typeface="+mn-ea"/>
              </a:rPr>
              <a:t>-THIRTIES-</a:t>
            </a:r>
          </a:p>
        </p:txBody>
      </p:sp>
    </p:spTree>
    <p:extLst>
      <p:ext uri="{BB962C8B-B14F-4D97-AF65-F5344CB8AC3E}">
        <p14:creationId xmlns:p14="http://schemas.microsoft.com/office/powerpoint/2010/main" val="17825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楕円 1">
            <a:extLst>
              <a:ext uri="{FF2B5EF4-FFF2-40B4-BE49-F238E27FC236}">
                <a16:creationId xmlns:a16="http://schemas.microsoft.com/office/drawing/2014/main" id="{46F99C5F-AA2E-4CAF-9169-294F4D7875F0}"/>
              </a:ext>
            </a:extLst>
          </p:cNvPr>
          <p:cNvSpPr/>
          <p:nvPr/>
        </p:nvSpPr>
        <p:spPr>
          <a:xfrm>
            <a:off x="1583995" y="1864777"/>
            <a:ext cx="3334514" cy="3334802"/>
          </a:xfrm>
          <a:prstGeom prst="ellipse">
            <a:avLst/>
          </a:prstGeom>
          <a:solidFill>
            <a:schemeClr val="bg1"/>
          </a:solidFill>
          <a:ln w="3810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800" spc="110" dirty="0">
                <a:solidFill>
                  <a:schemeClr val="tx1"/>
                </a:solidFill>
              </a:rPr>
              <a:t>写真</a:t>
            </a:r>
          </a:p>
        </p:txBody>
      </p:sp>
      <p:sp>
        <p:nvSpPr>
          <p:cNvPr id="4" name="テキスト ボックス 3">
            <a:extLst>
              <a:ext uri="{FF2B5EF4-FFF2-40B4-BE49-F238E27FC236}">
                <a16:creationId xmlns:a16="http://schemas.microsoft.com/office/drawing/2014/main" id="{C3341506-0054-FDC5-A31E-0D3A37D4B219}"/>
              </a:ext>
            </a:extLst>
          </p:cNvPr>
          <p:cNvSpPr txBox="1"/>
          <p:nvPr/>
        </p:nvSpPr>
        <p:spPr>
          <a:xfrm>
            <a:off x="5464832" y="3067251"/>
            <a:ext cx="4660946" cy="1168525"/>
          </a:xfrm>
          <a:prstGeom prst="rect">
            <a:avLst/>
          </a:prstGeom>
          <a:noFill/>
        </p:spPr>
        <p:txBody>
          <a:bodyPr wrap="square" lIns="0" tIns="0" rIns="0" bIns="0">
            <a:spAutoFit/>
          </a:bodyPr>
          <a:lstStyle/>
          <a:p>
            <a:pPr>
              <a:lnSpc>
                <a:spcPct val="110000"/>
              </a:lnSpc>
            </a:pPr>
            <a:r>
              <a:rPr lang="en-US" altLang="ja-JP" i="0" spc="110" dirty="0">
                <a:solidFill>
                  <a:schemeClr val="tx1"/>
                </a:solidFill>
                <a:effectLst/>
                <a:latin typeface="+mn-ea"/>
                <a:ea typeface="+mn-ea"/>
              </a:rPr>
              <a:t>1991</a:t>
            </a:r>
            <a:r>
              <a:rPr lang="ja-JP" altLang="en-US" i="0" spc="110" dirty="0">
                <a:solidFill>
                  <a:schemeClr val="tx1"/>
                </a:solidFill>
                <a:effectLst/>
                <a:latin typeface="+mn-ea"/>
                <a:ea typeface="+mn-ea"/>
              </a:rPr>
              <a:t>年東京都出身。</a:t>
            </a:r>
            <a:r>
              <a:rPr lang="en-US" altLang="ja-JP" i="0" spc="110" dirty="0">
                <a:solidFill>
                  <a:schemeClr val="tx1"/>
                </a:solidFill>
                <a:effectLst/>
                <a:latin typeface="+mn-ea"/>
                <a:ea typeface="+mn-ea"/>
              </a:rPr>
              <a:t>2013</a:t>
            </a:r>
            <a:r>
              <a:rPr lang="ja-JP" altLang="en-US" i="0" spc="110" dirty="0">
                <a:solidFill>
                  <a:schemeClr val="tx1"/>
                </a:solidFill>
                <a:effectLst/>
                <a:latin typeface="+mn-ea"/>
                <a:ea typeface="+mn-ea"/>
              </a:rPr>
              <a:t>年</a:t>
            </a:r>
            <a:r>
              <a:rPr lang="en-US" altLang="ja-JP" i="0" spc="110" dirty="0">
                <a:solidFill>
                  <a:schemeClr val="tx1"/>
                </a:solidFill>
                <a:effectLst/>
                <a:latin typeface="+mn-ea"/>
                <a:ea typeface="+mn-ea"/>
              </a:rPr>
              <a:t>TBS</a:t>
            </a:r>
            <a:r>
              <a:rPr lang="ja-JP" altLang="en-US" i="0" spc="110" dirty="0">
                <a:solidFill>
                  <a:schemeClr val="tx1"/>
                </a:solidFill>
                <a:effectLst/>
                <a:latin typeface="+mn-ea"/>
                <a:ea typeface="+mn-ea"/>
              </a:rPr>
              <a:t>テレビ入社。情報番組</a:t>
            </a:r>
            <a:r>
              <a:rPr lang="en-US" altLang="ja-JP" i="0" spc="110" dirty="0">
                <a:solidFill>
                  <a:schemeClr val="tx1"/>
                </a:solidFill>
                <a:effectLst/>
                <a:latin typeface="+mn-ea"/>
                <a:ea typeface="+mn-ea"/>
              </a:rPr>
              <a:t>『</a:t>
            </a:r>
            <a:r>
              <a:rPr lang="ja-JP" altLang="en-US" i="0" spc="110" dirty="0">
                <a:solidFill>
                  <a:schemeClr val="tx1"/>
                </a:solidFill>
                <a:effectLst/>
                <a:latin typeface="+mn-ea"/>
                <a:ea typeface="+mn-ea"/>
              </a:rPr>
              <a:t>アッコにおまかせ！</a:t>
            </a:r>
            <a:r>
              <a:rPr lang="en-US" altLang="ja-JP" i="0" spc="110" dirty="0">
                <a:solidFill>
                  <a:schemeClr val="tx1"/>
                </a:solidFill>
                <a:effectLst/>
                <a:latin typeface="+mn-ea"/>
                <a:ea typeface="+mn-ea"/>
              </a:rPr>
              <a:t>』</a:t>
            </a:r>
            <a:r>
              <a:rPr lang="ja-JP" altLang="en-US" i="0" spc="110" dirty="0">
                <a:solidFill>
                  <a:schemeClr val="tx1"/>
                </a:solidFill>
                <a:effectLst/>
                <a:latin typeface="+mn-ea"/>
                <a:ea typeface="+mn-ea"/>
              </a:rPr>
              <a:t>をはじめ、報道番組</a:t>
            </a:r>
            <a:r>
              <a:rPr lang="en-US" altLang="ja-JP" i="0" spc="110" dirty="0">
                <a:solidFill>
                  <a:schemeClr val="tx1"/>
                </a:solidFill>
                <a:effectLst/>
                <a:latin typeface="+mn-ea"/>
                <a:ea typeface="+mn-ea"/>
              </a:rPr>
              <a:t>『N</a:t>
            </a:r>
            <a:r>
              <a:rPr lang="ja-JP" altLang="en-US" i="0" spc="110" dirty="0">
                <a:solidFill>
                  <a:schemeClr val="tx1"/>
                </a:solidFill>
                <a:effectLst/>
                <a:latin typeface="+mn-ea"/>
                <a:ea typeface="+mn-ea"/>
              </a:rPr>
              <a:t>スタ</a:t>
            </a:r>
            <a:r>
              <a:rPr lang="en-US" altLang="ja-JP" i="0" spc="110" dirty="0">
                <a:solidFill>
                  <a:schemeClr val="tx1"/>
                </a:solidFill>
                <a:effectLst/>
                <a:latin typeface="+mn-ea"/>
                <a:ea typeface="+mn-ea"/>
              </a:rPr>
              <a:t>』</a:t>
            </a:r>
            <a:r>
              <a:rPr lang="ja-JP" altLang="en-US" i="0" spc="110" dirty="0">
                <a:solidFill>
                  <a:schemeClr val="tx1"/>
                </a:solidFill>
                <a:effectLst/>
                <a:latin typeface="+mn-ea"/>
                <a:ea typeface="+mn-ea"/>
              </a:rPr>
              <a:t>、スポーツ番組</a:t>
            </a:r>
            <a:r>
              <a:rPr lang="en-US" altLang="ja-JP" i="0" spc="110" dirty="0">
                <a:solidFill>
                  <a:schemeClr val="tx1"/>
                </a:solidFill>
                <a:effectLst/>
                <a:latin typeface="+mn-ea"/>
                <a:ea typeface="+mn-ea"/>
              </a:rPr>
              <a:t>『SUPER SOCCER』</a:t>
            </a:r>
            <a:r>
              <a:rPr lang="ja-JP" altLang="en-US" i="0" spc="110" dirty="0">
                <a:solidFill>
                  <a:schemeClr val="tx1"/>
                </a:solidFill>
                <a:effectLst/>
                <a:latin typeface="+mn-ea"/>
                <a:ea typeface="+mn-ea"/>
              </a:rPr>
              <a:t>などを担当。</a:t>
            </a:r>
            <a:r>
              <a:rPr lang="en-US" altLang="ja-JP" i="0" spc="110" dirty="0">
                <a:solidFill>
                  <a:schemeClr val="tx1"/>
                </a:solidFill>
                <a:effectLst/>
                <a:latin typeface="+mn-ea"/>
                <a:ea typeface="+mn-ea"/>
              </a:rPr>
              <a:t>2023</a:t>
            </a:r>
            <a:r>
              <a:rPr lang="ja-JP" altLang="en-US" i="0" spc="110" dirty="0">
                <a:solidFill>
                  <a:schemeClr val="tx1"/>
                </a:solidFill>
                <a:effectLst/>
                <a:latin typeface="+mn-ea"/>
                <a:ea typeface="+mn-ea"/>
              </a:rPr>
              <a:t>年</a:t>
            </a:r>
            <a:r>
              <a:rPr lang="en-US" altLang="ja-JP" i="0" spc="110" dirty="0">
                <a:solidFill>
                  <a:schemeClr val="tx1"/>
                </a:solidFill>
                <a:effectLst/>
                <a:latin typeface="+mn-ea"/>
                <a:ea typeface="+mn-ea"/>
              </a:rPr>
              <a:t>1</a:t>
            </a:r>
            <a:r>
              <a:rPr lang="ja-JP" altLang="en-US" i="0" spc="110" dirty="0">
                <a:solidFill>
                  <a:schemeClr val="tx1"/>
                </a:solidFill>
                <a:effectLst/>
                <a:latin typeface="+mn-ea"/>
                <a:ea typeface="+mn-ea"/>
              </a:rPr>
              <a:t>月より</a:t>
            </a:r>
            <a:r>
              <a:rPr lang="en-US" altLang="ja-JP" i="0" spc="110" dirty="0">
                <a:solidFill>
                  <a:schemeClr val="tx1"/>
                </a:solidFill>
                <a:effectLst/>
                <a:latin typeface="+mn-ea"/>
                <a:ea typeface="+mn-ea"/>
              </a:rPr>
              <a:t>PIVOT</a:t>
            </a:r>
            <a:r>
              <a:rPr lang="ja-JP" altLang="en-US" i="0" spc="110" dirty="0">
                <a:solidFill>
                  <a:schemeClr val="tx1"/>
                </a:solidFill>
                <a:effectLst/>
                <a:latin typeface="+mn-ea"/>
                <a:ea typeface="+mn-ea"/>
              </a:rPr>
              <a:t>のキャリアピボットし、動画プロデューサー兼</a:t>
            </a:r>
            <a:r>
              <a:rPr lang="en-US" altLang="ja-JP" i="0" spc="110" dirty="0">
                <a:solidFill>
                  <a:schemeClr val="tx1"/>
                </a:solidFill>
                <a:effectLst/>
                <a:latin typeface="+mn-ea"/>
                <a:ea typeface="+mn-ea"/>
              </a:rPr>
              <a:t>MC</a:t>
            </a:r>
            <a:r>
              <a:rPr lang="ja-JP" altLang="en-US" i="0" spc="110" dirty="0">
                <a:solidFill>
                  <a:schemeClr val="tx1"/>
                </a:solidFill>
                <a:effectLst/>
                <a:latin typeface="+mn-ea"/>
                <a:ea typeface="+mn-ea"/>
              </a:rPr>
              <a:t>を務めている。</a:t>
            </a:r>
          </a:p>
        </p:txBody>
      </p:sp>
      <p:sp>
        <p:nvSpPr>
          <p:cNvPr id="7" name="テキスト ボックス 6">
            <a:extLst>
              <a:ext uri="{FF2B5EF4-FFF2-40B4-BE49-F238E27FC236}">
                <a16:creationId xmlns:a16="http://schemas.microsoft.com/office/drawing/2014/main" id="{AFD645B5-9726-364B-4F1D-D4BB588DAC1A}"/>
              </a:ext>
            </a:extLst>
          </p:cNvPr>
          <p:cNvSpPr txBox="1"/>
          <p:nvPr/>
        </p:nvSpPr>
        <p:spPr>
          <a:xfrm>
            <a:off x="5464832" y="2052817"/>
            <a:ext cx="5632980" cy="567271"/>
          </a:xfrm>
          <a:prstGeom prst="rect">
            <a:avLst/>
          </a:prstGeom>
          <a:noFill/>
        </p:spPr>
        <p:txBody>
          <a:bodyPr wrap="square" lIns="0" tIns="0" rIns="0" bIns="0">
            <a:spAutoFit/>
          </a:bodyPr>
          <a:lstStyle/>
          <a:p>
            <a:pPr>
              <a:lnSpc>
                <a:spcPct val="110000"/>
              </a:lnSpc>
            </a:pPr>
            <a:r>
              <a:rPr lang="ja-JP" altLang="en-US" sz="3600" b="1" i="0" spc="110" dirty="0">
                <a:solidFill>
                  <a:schemeClr val="tx1"/>
                </a:solidFill>
                <a:effectLst/>
                <a:latin typeface="+mn-ea"/>
                <a:ea typeface="+mn-ea"/>
              </a:rPr>
              <a:t>国山 ハセン</a:t>
            </a:r>
          </a:p>
        </p:txBody>
      </p:sp>
      <p:sp>
        <p:nvSpPr>
          <p:cNvPr id="8" name="テキスト ボックス 7">
            <a:extLst>
              <a:ext uri="{FF2B5EF4-FFF2-40B4-BE49-F238E27FC236}">
                <a16:creationId xmlns:a16="http://schemas.microsoft.com/office/drawing/2014/main" id="{C2C1FFD8-E773-8EBE-F6F6-2F86E09831F2}"/>
              </a:ext>
            </a:extLst>
          </p:cNvPr>
          <p:cNvSpPr txBox="1"/>
          <p:nvPr/>
        </p:nvSpPr>
        <p:spPr>
          <a:xfrm>
            <a:off x="5464832" y="2730823"/>
            <a:ext cx="5632980" cy="173317"/>
          </a:xfrm>
          <a:prstGeom prst="rect">
            <a:avLst/>
          </a:prstGeom>
          <a:noFill/>
        </p:spPr>
        <p:txBody>
          <a:bodyPr wrap="square" lIns="0" tIns="0" rIns="0" bIns="0">
            <a:spAutoFit/>
          </a:bodyPr>
          <a:lstStyle/>
          <a:p>
            <a:pPr>
              <a:lnSpc>
                <a:spcPct val="110000"/>
              </a:lnSpc>
            </a:pPr>
            <a:r>
              <a:rPr lang="en-US" altLang="ja-JP" sz="1100" i="0" spc="110" dirty="0" err="1">
                <a:solidFill>
                  <a:schemeClr val="tx1"/>
                </a:solidFill>
                <a:effectLst/>
                <a:latin typeface="+mn-ea"/>
                <a:ea typeface="+mn-ea"/>
              </a:rPr>
              <a:t>Hasen</a:t>
            </a:r>
            <a:r>
              <a:rPr lang="en-US" altLang="ja-JP" sz="1100" i="0" spc="110" dirty="0">
                <a:solidFill>
                  <a:schemeClr val="tx1"/>
                </a:solidFill>
                <a:effectLst/>
                <a:latin typeface="+mn-ea"/>
                <a:ea typeface="+mn-ea"/>
              </a:rPr>
              <a:t> </a:t>
            </a:r>
            <a:r>
              <a:rPr lang="en-US" altLang="ja-JP" sz="1100" i="0" spc="110" dirty="0" err="1">
                <a:solidFill>
                  <a:schemeClr val="tx1"/>
                </a:solidFill>
                <a:effectLst/>
                <a:latin typeface="+mn-ea"/>
                <a:ea typeface="+mn-ea"/>
              </a:rPr>
              <a:t>Kuniyama</a:t>
            </a:r>
            <a:endParaRPr lang="ja-JP" altLang="en-US" sz="1100" i="0" spc="110" dirty="0">
              <a:solidFill>
                <a:schemeClr val="tx1"/>
              </a:solidFill>
              <a:effectLst/>
              <a:latin typeface="+mn-ea"/>
              <a:ea typeface="+mn-ea"/>
            </a:endParaRPr>
          </a:p>
        </p:txBody>
      </p:sp>
      <p:sp>
        <p:nvSpPr>
          <p:cNvPr id="10" name="テキスト プレースホルダー 9">
            <a:extLst>
              <a:ext uri="{FF2B5EF4-FFF2-40B4-BE49-F238E27FC236}">
                <a16:creationId xmlns:a16="http://schemas.microsoft.com/office/drawing/2014/main" id="{E9A499BB-0462-081B-705D-38D76C679F29}"/>
              </a:ext>
            </a:extLst>
          </p:cNvPr>
          <p:cNvSpPr>
            <a:spLocks noGrp="1"/>
          </p:cNvSpPr>
          <p:nvPr>
            <p:ph type="body" sz="quarter" idx="11"/>
          </p:nvPr>
        </p:nvSpPr>
        <p:spPr/>
        <p:txBody>
          <a:bodyPr/>
          <a:lstStyle/>
          <a:p>
            <a:r>
              <a:rPr lang="ja-JP" altLang="en-US" dirty="0"/>
              <a:t>インタビュアー</a:t>
            </a:r>
          </a:p>
        </p:txBody>
      </p:sp>
      <p:sp>
        <p:nvSpPr>
          <p:cNvPr id="11" name="スライド番号プレースホルダー 10">
            <a:extLst>
              <a:ext uri="{FF2B5EF4-FFF2-40B4-BE49-F238E27FC236}">
                <a16:creationId xmlns:a16="http://schemas.microsoft.com/office/drawing/2014/main" id="{0483D5D3-E14D-83E3-AB1F-4F56E81053DA}"/>
              </a:ext>
            </a:extLst>
          </p:cNvPr>
          <p:cNvSpPr>
            <a:spLocks noGrp="1"/>
          </p:cNvSpPr>
          <p:nvPr>
            <p:ph type="sldNum" idx="13"/>
          </p:nvPr>
        </p:nvSpPr>
        <p:spPr/>
        <p:txBody>
          <a:bodyPr/>
          <a:lstStyle/>
          <a:p>
            <a:fld id="{00000000-1234-1234-1234-123412341234}" type="slidenum">
              <a:rPr lang="en-US" altLang="ja-JP" smtClean="0"/>
              <a:pPr/>
              <a:t>15</a:t>
            </a:fld>
            <a:endParaRPr lang="ja-JP" altLang="en-US" dirty="0"/>
          </a:p>
        </p:txBody>
      </p:sp>
    </p:spTree>
    <p:extLst>
      <p:ext uri="{BB962C8B-B14F-4D97-AF65-F5344CB8AC3E}">
        <p14:creationId xmlns:p14="http://schemas.microsoft.com/office/powerpoint/2010/main" val="477743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E9A499BB-0462-081B-705D-38D76C679F29}"/>
              </a:ext>
            </a:extLst>
          </p:cNvPr>
          <p:cNvSpPr>
            <a:spLocks noGrp="1"/>
          </p:cNvSpPr>
          <p:nvPr>
            <p:ph type="body" sz="quarter" idx="11"/>
          </p:nvPr>
        </p:nvSpPr>
        <p:spPr/>
        <p:txBody>
          <a:bodyPr/>
          <a:lstStyle/>
          <a:p>
            <a:r>
              <a:rPr lang="ja-JP" altLang="en-US" dirty="0"/>
              <a:t>なぜ「</a:t>
            </a:r>
            <a:r>
              <a:rPr lang="en-US" altLang="ja-JP" dirty="0"/>
              <a:t>30</a:t>
            </a:r>
            <a:r>
              <a:rPr lang="ja-JP" altLang="en-US" dirty="0"/>
              <a:t>代」なのか？</a:t>
            </a:r>
            <a:endParaRPr lang="en-US" altLang="ja-JP" dirty="0"/>
          </a:p>
        </p:txBody>
      </p:sp>
      <p:sp>
        <p:nvSpPr>
          <p:cNvPr id="11" name="スライド番号プレースホルダー 10">
            <a:extLst>
              <a:ext uri="{FF2B5EF4-FFF2-40B4-BE49-F238E27FC236}">
                <a16:creationId xmlns:a16="http://schemas.microsoft.com/office/drawing/2014/main" id="{0483D5D3-E14D-83E3-AB1F-4F56E81053DA}"/>
              </a:ext>
            </a:extLst>
          </p:cNvPr>
          <p:cNvSpPr>
            <a:spLocks noGrp="1"/>
          </p:cNvSpPr>
          <p:nvPr>
            <p:ph type="sldNum" idx="13"/>
          </p:nvPr>
        </p:nvSpPr>
        <p:spPr/>
        <p:txBody>
          <a:bodyPr/>
          <a:lstStyle/>
          <a:p>
            <a:fld id="{00000000-1234-1234-1234-123412341234}" type="slidenum">
              <a:rPr lang="en-US" altLang="ja-JP" smtClean="0"/>
              <a:pPr/>
              <a:t>16</a:t>
            </a:fld>
            <a:endParaRPr lang="ja-JP" altLang="en-US" dirty="0"/>
          </a:p>
        </p:txBody>
      </p:sp>
      <p:sp>
        <p:nvSpPr>
          <p:cNvPr id="2" name="テキスト ボックス 1">
            <a:extLst>
              <a:ext uri="{FF2B5EF4-FFF2-40B4-BE49-F238E27FC236}">
                <a16:creationId xmlns:a16="http://schemas.microsoft.com/office/drawing/2014/main" id="{52A304F3-5844-255A-2923-4D91C69AED3E}"/>
              </a:ext>
            </a:extLst>
          </p:cNvPr>
          <p:cNvSpPr txBox="1"/>
          <p:nvPr/>
        </p:nvSpPr>
        <p:spPr>
          <a:xfrm>
            <a:off x="889000" y="2936397"/>
            <a:ext cx="4705417" cy="1269002"/>
          </a:xfrm>
          <a:prstGeom prst="rect">
            <a:avLst/>
          </a:prstGeom>
          <a:noFill/>
        </p:spPr>
        <p:txBody>
          <a:bodyPr wrap="square">
            <a:spAutoFit/>
          </a:bodyPr>
          <a:lstStyle/>
          <a:p>
            <a:pPr>
              <a:lnSpc>
                <a:spcPct val="110000"/>
              </a:lnSpc>
            </a:pPr>
            <a:r>
              <a:rPr lang="en-US" altLang="ja-JP" sz="3600" b="1" i="0" spc="110" dirty="0">
                <a:solidFill>
                  <a:schemeClr val="tx1"/>
                </a:solidFill>
                <a:effectLst/>
                <a:latin typeface="+mn-ea"/>
                <a:ea typeface="+mn-ea"/>
              </a:rPr>
              <a:t>30</a:t>
            </a:r>
            <a:r>
              <a:rPr lang="ja-JP" altLang="en-US" sz="3600" b="1" i="0" spc="110" dirty="0">
                <a:solidFill>
                  <a:schemeClr val="tx1"/>
                </a:solidFill>
                <a:effectLst/>
                <a:latin typeface="+mn-ea"/>
                <a:ea typeface="+mn-ea"/>
              </a:rPr>
              <a:t>代で、キャリアの</a:t>
            </a:r>
            <a:endParaRPr lang="en-US" altLang="ja-JP" sz="3600" b="1" i="0" spc="110" dirty="0">
              <a:solidFill>
                <a:schemeClr val="tx1"/>
              </a:solidFill>
              <a:effectLst/>
              <a:latin typeface="+mn-ea"/>
              <a:ea typeface="+mn-ea"/>
            </a:endParaRPr>
          </a:p>
          <a:p>
            <a:pPr>
              <a:lnSpc>
                <a:spcPct val="110000"/>
              </a:lnSpc>
            </a:pPr>
            <a:r>
              <a:rPr lang="ja-JP" altLang="en-US" sz="3600" b="1" i="0" spc="110" dirty="0">
                <a:solidFill>
                  <a:schemeClr val="tx1"/>
                </a:solidFill>
                <a:effectLst/>
                <a:latin typeface="+mn-ea"/>
                <a:ea typeface="+mn-ea"/>
              </a:rPr>
              <a:t>伸びしろは決まる</a:t>
            </a:r>
            <a:endParaRPr lang="en-US" altLang="ja-JP" sz="3600" b="1" i="0" spc="110" dirty="0">
              <a:solidFill>
                <a:schemeClr val="tx1"/>
              </a:solidFill>
              <a:effectLst/>
              <a:latin typeface="+mn-ea"/>
              <a:ea typeface="+mn-ea"/>
            </a:endParaRPr>
          </a:p>
        </p:txBody>
      </p:sp>
      <p:sp>
        <p:nvSpPr>
          <p:cNvPr id="5" name="テキスト ボックス 4">
            <a:extLst>
              <a:ext uri="{FF2B5EF4-FFF2-40B4-BE49-F238E27FC236}">
                <a16:creationId xmlns:a16="http://schemas.microsoft.com/office/drawing/2014/main" id="{2B44CC2E-4508-8F23-713E-AA0DA96428E3}"/>
              </a:ext>
            </a:extLst>
          </p:cNvPr>
          <p:cNvSpPr txBox="1"/>
          <p:nvPr/>
        </p:nvSpPr>
        <p:spPr>
          <a:xfrm>
            <a:off x="6096000" y="2253743"/>
            <a:ext cx="5581717" cy="2532425"/>
          </a:xfrm>
          <a:prstGeom prst="rect">
            <a:avLst/>
          </a:prstGeom>
          <a:noFill/>
        </p:spPr>
        <p:txBody>
          <a:bodyPr wrap="square">
            <a:spAutoFit/>
          </a:bodyPr>
          <a:lstStyle/>
          <a:p>
            <a:pPr>
              <a:lnSpc>
                <a:spcPct val="150000"/>
              </a:lnSpc>
            </a:pPr>
            <a:r>
              <a:rPr lang="ja-JP" altLang="en-US" sz="1600" i="0" spc="110" dirty="0">
                <a:solidFill>
                  <a:schemeClr val="tx1"/>
                </a:solidFill>
                <a:effectLst/>
                <a:latin typeface="+mn-ea"/>
                <a:ea typeface="+mn-ea"/>
              </a:rPr>
              <a:t>どんな会社でも就職して</a:t>
            </a:r>
            <a:r>
              <a:rPr lang="en-US" altLang="ja-JP" sz="1600" i="0" spc="110" dirty="0">
                <a:solidFill>
                  <a:schemeClr val="tx1"/>
                </a:solidFill>
                <a:effectLst/>
                <a:latin typeface="+mn-ea"/>
                <a:ea typeface="+mn-ea"/>
              </a:rPr>
              <a:t>10</a:t>
            </a:r>
            <a:r>
              <a:rPr lang="ja-JP" altLang="en-US" sz="1600" i="0" spc="110" dirty="0">
                <a:solidFill>
                  <a:schemeClr val="tx1"/>
                </a:solidFill>
                <a:effectLst/>
                <a:latin typeface="+mn-ea"/>
                <a:ea typeface="+mn-ea"/>
              </a:rPr>
              <a:t>年も経つと</a:t>
            </a:r>
          </a:p>
          <a:p>
            <a:pPr>
              <a:lnSpc>
                <a:spcPct val="150000"/>
              </a:lnSpc>
            </a:pPr>
            <a:r>
              <a:rPr lang="ja-JP" altLang="en-US" sz="1600" i="0" spc="110" dirty="0">
                <a:solidFill>
                  <a:schemeClr val="tx1"/>
                </a:solidFill>
                <a:effectLst/>
                <a:latin typeface="+mn-ea"/>
                <a:ea typeface="+mn-ea"/>
              </a:rPr>
              <a:t>一通りの手順や全体像が見えてくる。</a:t>
            </a:r>
          </a:p>
          <a:p>
            <a:pPr>
              <a:lnSpc>
                <a:spcPct val="150000"/>
              </a:lnSpc>
            </a:pPr>
            <a:r>
              <a:rPr lang="ja-JP" altLang="en-US" sz="1600" i="0" spc="110" dirty="0">
                <a:solidFill>
                  <a:schemeClr val="tx1"/>
                </a:solidFill>
                <a:effectLst/>
                <a:latin typeface="+mn-ea"/>
                <a:ea typeface="+mn-ea"/>
              </a:rPr>
              <a:t>結果よく言えば仕事に対して余裕が生じる。</a:t>
            </a:r>
          </a:p>
          <a:p>
            <a:pPr>
              <a:lnSpc>
                <a:spcPct val="150000"/>
              </a:lnSpc>
            </a:pPr>
            <a:r>
              <a:rPr lang="ja-JP" altLang="en-US" sz="1600" i="0" spc="110" dirty="0">
                <a:solidFill>
                  <a:schemeClr val="tx1"/>
                </a:solidFill>
                <a:effectLst/>
                <a:latin typeface="+mn-ea"/>
                <a:ea typeface="+mn-ea"/>
              </a:rPr>
              <a:t>悪く言えばマンネリに陥ることになる。</a:t>
            </a:r>
          </a:p>
          <a:p>
            <a:pPr>
              <a:lnSpc>
                <a:spcPct val="150000"/>
              </a:lnSpc>
            </a:pPr>
            <a:r>
              <a:rPr lang="ja-JP" altLang="en-US" sz="1600" i="0" spc="110" dirty="0">
                <a:solidFill>
                  <a:schemeClr val="tx1"/>
                </a:solidFill>
                <a:effectLst/>
                <a:latin typeface="+mn-ea"/>
                <a:ea typeface="+mn-ea"/>
              </a:rPr>
              <a:t>その時の余力をどう使うかで、そこから上に行くか、</a:t>
            </a:r>
          </a:p>
          <a:p>
            <a:pPr>
              <a:lnSpc>
                <a:spcPct val="150000"/>
              </a:lnSpc>
            </a:pPr>
            <a:r>
              <a:rPr lang="ja-JP" altLang="en-US" sz="1600" i="0" spc="110" dirty="0">
                <a:solidFill>
                  <a:schemeClr val="tx1"/>
                </a:solidFill>
                <a:effectLst/>
                <a:latin typeface="+mn-ea"/>
                <a:ea typeface="+mn-ea"/>
              </a:rPr>
              <a:t>そこで停滞するかが決まると言っても過言ではない。　　　　　　　　　　　　　　　　　　　　　　　　　　</a:t>
            </a:r>
          </a:p>
          <a:p>
            <a:pPr>
              <a:lnSpc>
                <a:spcPct val="150000"/>
              </a:lnSpc>
            </a:pPr>
            <a:r>
              <a:rPr lang="en-US" altLang="ja-JP" sz="1100" i="0" spc="110" dirty="0">
                <a:solidFill>
                  <a:schemeClr val="tx1"/>
                </a:solidFill>
                <a:effectLst/>
                <a:latin typeface="+mn-ea"/>
                <a:ea typeface="+mn-ea"/>
              </a:rPr>
              <a:t>※</a:t>
            </a:r>
            <a:r>
              <a:rPr lang="ja-JP" altLang="en-US" sz="1100" i="0" spc="110" dirty="0">
                <a:solidFill>
                  <a:schemeClr val="tx1"/>
                </a:solidFill>
                <a:effectLst/>
                <a:latin typeface="+mn-ea"/>
                <a:ea typeface="+mn-ea"/>
              </a:rPr>
              <a:t>マイナビ転職エージェントサーチより</a:t>
            </a:r>
          </a:p>
        </p:txBody>
      </p:sp>
    </p:spTree>
    <p:extLst>
      <p:ext uri="{BB962C8B-B14F-4D97-AF65-F5344CB8AC3E}">
        <p14:creationId xmlns:p14="http://schemas.microsoft.com/office/powerpoint/2010/main" val="3790370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CDC4B8A-3236-BBBA-AEE9-568D71759733}"/>
              </a:ext>
            </a:extLst>
          </p:cNvPr>
          <p:cNvSpPr/>
          <p:nvPr/>
        </p:nvSpPr>
        <p:spPr>
          <a:xfrm>
            <a:off x="3744290" y="2321809"/>
            <a:ext cx="4523811" cy="690898"/>
          </a:xfrm>
          <a:prstGeom prst="rect">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9" name="正方形/長方形 8">
            <a:extLst>
              <a:ext uri="{FF2B5EF4-FFF2-40B4-BE49-F238E27FC236}">
                <a16:creationId xmlns:a16="http://schemas.microsoft.com/office/drawing/2014/main" id="{CDE03B79-38A5-1DA3-A872-0E0CA092A268}"/>
              </a:ext>
            </a:extLst>
          </p:cNvPr>
          <p:cNvSpPr/>
          <p:nvPr/>
        </p:nvSpPr>
        <p:spPr>
          <a:xfrm>
            <a:off x="1270597" y="3113885"/>
            <a:ext cx="9471198" cy="690898"/>
          </a:xfrm>
          <a:prstGeom prst="rect">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2" name="スライド番号プレースホルダー 1">
            <a:extLst>
              <a:ext uri="{FF2B5EF4-FFF2-40B4-BE49-F238E27FC236}">
                <a16:creationId xmlns:a16="http://schemas.microsoft.com/office/drawing/2014/main" id="{D6B3AFA4-A2D6-7606-9588-2FD6BDB6512C}"/>
              </a:ext>
            </a:extLst>
          </p:cNvPr>
          <p:cNvSpPr>
            <a:spLocks noGrp="1"/>
          </p:cNvSpPr>
          <p:nvPr>
            <p:ph type="sldNum" idx="13"/>
          </p:nvPr>
        </p:nvSpPr>
        <p:spPr/>
        <p:txBody>
          <a:bodyPr/>
          <a:lstStyle/>
          <a:p>
            <a:fld id="{00000000-1234-1234-1234-123412341234}" type="slidenum">
              <a:rPr lang="en-US" altLang="ja-JP" smtClean="0"/>
              <a:pPr/>
              <a:t>17</a:t>
            </a:fld>
            <a:endParaRPr lang="ja-JP" altLang="en-US" dirty="0"/>
          </a:p>
        </p:txBody>
      </p:sp>
      <p:sp>
        <p:nvSpPr>
          <p:cNvPr id="5" name="テキスト ボックス 4">
            <a:extLst>
              <a:ext uri="{FF2B5EF4-FFF2-40B4-BE49-F238E27FC236}">
                <a16:creationId xmlns:a16="http://schemas.microsoft.com/office/drawing/2014/main" id="{BB0AAF3E-8128-2507-5630-52E6247279AF}"/>
              </a:ext>
            </a:extLst>
          </p:cNvPr>
          <p:cNvSpPr txBox="1"/>
          <p:nvPr/>
        </p:nvSpPr>
        <p:spPr>
          <a:xfrm>
            <a:off x="603184" y="2221247"/>
            <a:ext cx="10985634" cy="1648913"/>
          </a:xfrm>
          <a:prstGeom prst="rect">
            <a:avLst/>
          </a:prstGeom>
          <a:noFill/>
        </p:spPr>
        <p:txBody>
          <a:bodyPr wrap="square">
            <a:spAutoFit/>
          </a:bodyPr>
          <a:lstStyle/>
          <a:p>
            <a:pPr algn="ctr">
              <a:lnSpc>
                <a:spcPct val="120000"/>
              </a:lnSpc>
            </a:pPr>
            <a:r>
              <a:rPr lang="ja-JP" altLang="en-US" sz="4400" b="1" i="0" spc="110" dirty="0">
                <a:solidFill>
                  <a:schemeClr val="bg1"/>
                </a:solidFill>
                <a:effectLst/>
                <a:latin typeface="+mn-ea"/>
                <a:ea typeface="+mn-ea"/>
              </a:rPr>
              <a:t>大転職時代到来！</a:t>
            </a:r>
            <a:endParaRPr lang="en-US" altLang="ja-JP" sz="4400" b="1" i="0" spc="110" dirty="0">
              <a:solidFill>
                <a:schemeClr val="bg1"/>
              </a:solidFill>
              <a:effectLst/>
              <a:latin typeface="+mn-ea"/>
              <a:ea typeface="+mn-ea"/>
            </a:endParaRPr>
          </a:p>
          <a:p>
            <a:pPr algn="ctr">
              <a:lnSpc>
                <a:spcPct val="120000"/>
              </a:lnSpc>
            </a:pPr>
            <a:r>
              <a:rPr lang="ja-JP" altLang="en-US" sz="4400" b="1" i="0" spc="110" dirty="0">
                <a:solidFill>
                  <a:schemeClr val="bg1"/>
                </a:solidFill>
                <a:effectLst/>
                <a:latin typeface="+mn-ea"/>
                <a:ea typeface="+mn-ea"/>
              </a:rPr>
              <a:t>今こそ</a:t>
            </a:r>
            <a:r>
              <a:rPr lang="en-US" altLang="ja-JP" sz="4400" b="1" i="0" spc="110" dirty="0">
                <a:solidFill>
                  <a:schemeClr val="bg1"/>
                </a:solidFill>
                <a:effectLst/>
                <a:latin typeface="+mn-ea"/>
                <a:ea typeface="+mn-ea"/>
              </a:rPr>
              <a:t>30</a:t>
            </a:r>
            <a:r>
              <a:rPr lang="ja-JP" altLang="en-US" sz="4400" b="1" i="0" spc="110" dirty="0">
                <a:solidFill>
                  <a:schemeClr val="bg1"/>
                </a:solidFill>
                <a:effectLst/>
                <a:latin typeface="+mn-ea"/>
                <a:ea typeface="+mn-ea"/>
              </a:rPr>
              <a:t>代は積極的に</a:t>
            </a:r>
            <a:r>
              <a:rPr lang="en-US" altLang="ja-JP" sz="4400" b="1" i="0" spc="110" dirty="0">
                <a:solidFill>
                  <a:schemeClr val="bg1"/>
                </a:solidFill>
                <a:effectLst/>
                <a:latin typeface="+mn-ea"/>
                <a:ea typeface="+mn-ea"/>
              </a:rPr>
              <a:t>PIVOT</a:t>
            </a:r>
            <a:r>
              <a:rPr lang="ja-JP" altLang="en-US" sz="4400" b="1" i="0" spc="110" dirty="0">
                <a:solidFill>
                  <a:schemeClr val="bg1"/>
                </a:solidFill>
                <a:effectLst/>
                <a:latin typeface="+mn-ea"/>
                <a:ea typeface="+mn-ea"/>
              </a:rPr>
              <a:t>せよ！</a:t>
            </a:r>
            <a:endParaRPr lang="en-US" altLang="ja-JP" sz="4400" b="1" i="0" spc="110" dirty="0">
              <a:solidFill>
                <a:schemeClr val="bg1"/>
              </a:solidFill>
              <a:effectLst/>
              <a:latin typeface="+mn-ea"/>
              <a:ea typeface="+mn-ea"/>
            </a:endParaRPr>
          </a:p>
        </p:txBody>
      </p:sp>
      <p:sp>
        <p:nvSpPr>
          <p:cNvPr id="6" name="テキスト ボックス 5">
            <a:extLst>
              <a:ext uri="{FF2B5EF4-FFF2-40B4-BE49-F238E27FC236}">
                <a16:creationId xmlns:a16="http://schemas.microsoft.com/office/drawing/2014/main" id="{10FFE166-6554-3F80-5D3B-4F2590A249E7}"/>
              </a:ext>
            </a:extLst>
          </p:cNvPr>
          <p:cNvSpPr txBox="1"/>
          <p:nvPr/>
        </p:nvSpPr>
        <p:spPr>
          <a:xfrm>
            <a:off x="603184" y="4139556"/>
            <a:ext cx="10985634" cy="1156983"/>
          </a:xfrm>
          <a:prstGeom prst="rect">
            <a:avLst/>
          </a:prstGeom>
          <a:noFill/>
        </p:spPr>
        <p:txBody>
          <a:bodyPr wrap="square">
            <a:spAutoFit/>
          </a:bodyPr>
          <a:lstStyle/>
          <a:p>
            <a:pPr algn="ctr">
              <a:lnSpc>
                <a:spcPct val="150000"/>
              </a:lnSpc>
            </a:pPr>
            <a:r>
              <a:rPr lang="ja-JP" altLang="en-US" sz="1600" i="0" spc="110" dirty="0">
                <a:solidFill>
                  <a:schemeClr val="bg1"/>
                </a:solidFill>
                <a:effectLst/>
                <a:latin typeface="+mn-ea"/>
                <a:ea typeface="+mn-ea"/>
              </a:rPr>
              <a:t>大企業至上主義からスタートアップ全盛期へ。</a:t>
            </a:r>
            <a:endParaRPr lang="en-US" altLang="ja-JP" sz="1600" i="0" spc="110" dirty="0">
              <a:solidFill>
                <a:schemeClr val="bg1"/>
              </a:solidFill>
              <a:effectLst/>
              <a:latin typeface="+mn-ea"/>
              <a:ea typeface="+mn-ea"/>
            </a:endParaRPr>
          </a:p>
          <a:p>
            <a:pPr algn="ctr">
              <a:lnSpc>
                <a:spcPct val="150000"/>
              </a:lnSpc>
            </a:pPr>
            <a:r>
              <a:rPr lang="en-US" altLang="ja-JP" sz="1600" i="0" spc="110" dirty="0">
                <a:solidFill>
                  <a:schemeClr val="bg1"/>
                </a:solidFill>
                <a:effectLst/>
                <a:latin typeface="+mn-ea"/>
                <a:ea typeface="+mn-ea"/>
              </a:rPr>
              <a:t>20</a:t>
            </a:r>
            <a:r>
              <a:rPr lang="ja-JP" altLang="en-US" sz="1600" i="0" spc="110" dirty="0">
                <a:solidFill>
                  <a:schemeClr val="bg1"/>
                </a:solidFill>
                <a:effectLst/>
                <a:latin typeface="+mn-ea"/>
                <a:ea typeface="+mn-ea"/>
              </a:rPr>
              <a:t>代で培った経験を活かせるかが勝負の</a:t>
            </a:r>
            <a:r>
              <a:rPr lang="en-US" altLang="ja-JP" sz="1600" i="0" spc="110" dirty="0">
                <a:solidFill>
                  <a:schemeClr val="bg1"/>
                </a:solidFill>
                <a:effectLst/>
                <a:latin typeface="+mn-ea"/>
                <a:ea typeface="+mn-ea"/>
              </a:rPr>
              <a:t>30</a:t>
            </a:r>
            <a:r>
              <a:rPr lang="ja-JP" altLang="en-US" sz="1600" i="0" spc="110" dirty="0">
                <a:solidFill>
                  <a:schemeClr val="bg1"/>
                </a:solidFill>
                <a:effectLst/>
                <a:latin typeface="+mn-ea"/>
                <a:ea typeface="+mn-ea"/>
              </a:rPr>
              <a:t>代。</a:t>
            </a:r>
            <a:endParaRPr lang="en-US" altLang="ja-JP" sz="1600" i="0" spc="110" dirty="0">
              <a:solidFill>
                <a:schemeClr val="bg1"/>
              </a:solidFill>
              <a:effectLst/>
              <a:latin typeface="+mn-ea"/>
              <a:ea typeface="+mn-ea"/>
            </a:endParaRPr>
          </a:p>
          <a:p>
            <a:pPr algn="ctr">
              <a:lnSpc>
                <a:spcPct val="150000"/>
              </a:lnSpc>
            </a:pPr>
            <a:r>
              <a:rPr lang="ja-JP" altLang="en-US" sz="1600" i="0" spc="110" dirty="0">
                <a:solidFill>
                  <a:schemeClr val="bg1"/>
                </a:solidFill>
                <a:effectLst/>
                <a:latin typeface="+mn-ea"/>
                <a:ea typeface="+mn-ea"/>
              </a:rPr>
              <a:t>安定や他者の評価を気にしてはアクションは起こせない。</a:t>
            </a:r>
            <a:endParaRPr lang="en-US" altLang="ja-JP" sz="1600" i="0" spc="110" dirty="0">
              <a:solidFill>
                <a:schemeClr val="bg1"/>
              </a:solidFill>
              <a:effectLst/>
              <a:latin typeface="+mn-ea"/>
              <a:ea typeface="+mn-ea"/>
            </a:endParaRPr>
          </a:p>
        </p:txBody>
      </p:sp>
      <p:sp>
        <p:nvSpPr>
          <p:cNvPr id="7" name="四角形: 角を丸くする 6">
            <a:extLst>
              <a:ext uri="{FF2B5EF4-FFF2-40B4-BE49-F238E27FC236}">
                <a16:creationId xmlns:a16="http://schemas.microsoft.com/office/drawing/2014/main" id="{4193DA49-4F39-7432-4508-926B22995CDF}"/>
              </a:ext>
            </a:extLst>
          </p:cNvPr>
          <p:cNvSpPr/>
          <p:nvPr/>
        </p:nvSpPr>
        <p:spPr>
          <a:xfrm>
            <a:off x="4857550" y="1326223"/>
            <a:ext cx="2476902" cy="506884"/>
          </a:xfrm>
          <a:prstGeom prst="roundRect">
            <a:avLst>
              <a:gd name="adj" fmla="val 50000"/>
            </a:avLst>
          </a:prstGeom>
          <a:solidFill>
            <a:schemeClr val="bg1"/>
          </a:soli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en-US" altLang="ja-JP" sz="2400" b="1" spc="110" dirty="0">
                <a:gradFill>
                  <a:gsLst>
                    <a:gs pos="0">
                      <a:schemeClr val="accent1"/>
                    </a:gs>
                    <a:gs pos="100000">
                      <a:schemeClr val="accent2"/>
                    </a:gs>
                  </a:gsLst>
                  <a:lin ang="2700000" scaled="0"/>
                </a:gradFill>
              </a:rPr>
              <a:t>CONCEPT</a:t>
            </a:r>
            <a:endParaRPr kumimoji="1" lang="ja-JP" altLang="en-US" sz="2400" b="1" spc="110" dirty="0">
              <a:gradFill>
                <a:gsLst>
                  <a:gs pos="0">
                    <a:schemeClr val="accent1"/>
                  </a:gs>
                  <a:gs pos="100000">
                    <a:schemeClr val="accent2"/>
                  </a:gs>
                </a:gsLst>
                <a:lin ang="2700000" scaled="0"/>
              </a:gradFill>
            </a:endParaRPr>
          </a:p>
        </p:txBody>
      </p:sp>
    </p:spTree>
    <p:extLst>
      <p:ext uri="{BB962C8B-B14F-4D97-AF65-F5344CB8AC3E}">
        <p14:creationId xmlns:p14="http://schemas.microsoft.com/office/powerpoint/2010/main" val="4065554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C96B8F6A-CAA7-939B-E731-E32CE4644FEC}"/>
              </a:ext>
            </a:extLst>
          </p:cNvPr>
          <p:cNvSpPr/>
          <p:nvPr/>
        </p:nvSpPr>
        <p:spPr>
          <a:xfrm>
            <a:off x="558800" y="2607733"/>
            <a:ext cx="3228926" cy="2311400"/>
          </a:xfrm>
          <a:prstGeom prst="roundRect">
            <a:avLst>
              <a:gd name="adj" fmla="val 916"/>
            </a:avLst>
          </a:prstGeom>
          <a:solidFill>
            <a:schemeClr val="bg1"/>
          </a:solidFill>
          <a:ln w="3810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800" spc="110" dirty="0">
                <a:solidFill>
                  <a:schemeClr val="tx1"/>
                </a:solidFill>
              </a:rPr>
              <a:t>写真</a:t>
            </a:r>
          </a:p>
        </p:txBody>
      </p:sp>
      <p:sp>
        <p:nvSpPr>
          <p:cNvPr id="6" name="四角形: 角を丸くする 5">
            <a:extLst>
              <a:ext uri="{FF2B5EF4-FFF2-40B4-BE49-F238E27FC236}">
                <a16:creationId xmlns:a16="http://schemas.microsoft.com/office/drawing/2014/main" id="{E80356B4-DD81-A7BD-74DE-6A4C15D609FA}"/>
              </a:ext>
            </a:extLst>
          </p:cNvPr>
          <p:cNvSpPr/>
          <p:nvPr/>
        </p:nvSpPr>
        <p:spPr>
          <a:xfrm>
            <a:off x="4546602" y="2607733"/>
            <a:ext cx="3228926" cy="2311400"/>
          </a:xfrm>
          <a:prstGeom prst="roundRect">
            <a:avLst>
              <a:gd name="adj" fmla="val 916"/>
            </a:avLst>
          </a:prstGeom>
          <a:solidFill>
            <a:schemeClr val="bg1"/>
          </a:solidFill>
          <a:ln w="3810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800" spc="110">
                <a:solidFill>
                  <a:schemeClr val="tx1"/>
                </a:solidFill>
              </a:rPr>
              <a:t>写真</a:t>
            </a:r>
            <a:endParaRPr kumimoji="1" lang="ja-JP" altLang="en-US" sz="1800" spc="110" dirty="0">
              <a:solidFill>
                <a:schemeClr val="tx1"/>
              </a:solidFill>
            </a:endParaRPr>
          </a:p>
        </p:txBody>
      </p:sp>
      <p:sp>
        <p:nvSpPr>
          <p:cNvPr id="7" name="四角形: 角を丸くする 6">
            <a:extLst>
              <a:ext uri="{FF2B5EF4-FFF2-40B4-BE49-F238E27FC236}">
                <a16:creationId xmlns:a16="http://schemas.microsoft.com/office/drawing/2014/main" id="{EF234DDB-CDA2-E5FB-1ED9-DF92721F0732}"/>
              </a:ext>
            </a:extLst>
          </p:cNvPr>
          <p:cNvSpPr/>
          <p:nvPr/>
        </p:nvSpPr>
        <p:spPr>
          <a:xfrm>
            <a:off x="8546468" y="2607733"/>
            <a:ext cx="3228926" cy="2311400"/>
          </a:xfrm>
          <a:prstGeom prst="roundRect">
            <a:avLst>
              <a:gd name="adj" fmla="val 916"/>
            </a:avLst>
          </a:prstGeom>
          <a:solidFill>
            <a:schemeClr val="bg1"/>
          </a:solidFill>
          <a:ln w="3810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800" spc="110">
                <a:solidFill>
                  <a:schemeClr val="tx1"/>
                </a:solidFill>
              </a:rPr>
              <a:t>写真</a:t>
            </a:r>
            <a:endParaRPr kumimoji="1" lang="ja-JP" altLang="en-US" sz="1800" spc="110" dirty="0">
              <a:solidFill>
                <a:schemeClr val="tx1"/>
              </a:solidFill>
            </a:endParaRPr>
          </a:p>
        </p:txBody>
      </p:sp>
      <p:sp>
        <p:nvSpPr>
          <p:cNvPr id="2" name="テキスト プレースホルダー 1">
            <a:extLst>
              <a:ext uri="{FF2B5EF4-FFF2-40B4-BE49-F238E27FC236}">
                <a16:creationId xmlns:a16="http://schemas.microsoft.com/office/drawing/2014/main" id="{B15594A6-C7E1-33D9-9510-728E0864CA75}"/>
              </a:ext>
            </a:extLst>
          </p:cNvPr>
          <p:cNvSpPr>
            <a:spLocks noGrp="1"/>
          </p:cNvSpPr>
          <p:nvPr>
            <p:ph type="body" sz="quarter" idx="11"/>
          </p:nvPr>
        </p:nvSpPr>
        <p:spPr/>
        <p:txBody>
          <a:bodyPr/>
          <a:lstStyle/>
          <a:p>
            <a:r>
              <a:rPr lang="ja-JP" altLang="en-US" dirty="0"/>
              <a:t>ビジュアルイメージ</a:t>
            </a:r>
          </a:p>
        </p:txBody>
      </p:sp>
      <p:sp>
        <p:nvSpPr>
          <p:cNvPr id="3" name="テキスト プレースホルダー 2">
            <a:extLst>
              <a:ext uri="{FF2B5EF4-FFF2-40B4-BE49-F238E27FC236}">
                <a16:creationId xmlns:a16="http://schemas.microsoft.com/office/drawing/2014/main" id="{1900848B-6DC0-C2A2-AA2F-7F685EDB221B}"/>
              </a:ext>
            </a:extLst>
          </p:cNvPr>
          <p:cNvSpPr>
            <a:spLocks noGrp="1"/>
          </p:cNvSpPr>
          <p:nvPr>
            <p:ph type="body" sz="quarter" idx="14"/>
          </p:nvPr>
        </p:nvSpPr>
        <p:spPr/>
        <p:txBody>
          <a:bodyPr/>
          <a:lstStyle/>
          <a:p>
            <a:r>
              <a:rPr lang="ja-JP" altLang="en-US" b="1" dirty="0"/>
              <a:t>テーマは「上質な大人の空間」</a:t>
            </a:r>
            <a:endParaRPr lang="en-US" altLang="ja-JP" b="1" dirty="0"/>
          </a:p>
          <a:p>
            <a:r>
              <a:rPr lang="ja-JP" altLang="en-US" dirty="0"/>
              <a:t>ゆらめく炎をモチーフに、</a:t>
            </a:r>
            <a:r>
              <a:rPr lang="en-US" altLang="ja-JP" dirty="0"/>
              <a:t>30</a:t>
            </a:r>
            <a:r>
              <a:rPr lang="ja-JP" altLang="en-US" dirty="0"/>
              <a:t>代の大人ならではのカジュアルで落ち着いた雰囲気を演出します。</a:t>
            </a:r>
            <a:endParaRPr lang="en-US" altLang="ja-JP" dirty="0"/>
          </a:p>
          <a:p>
            <a:endParaRPr lang="ja-JP" altLang="en-US" b="1" dirty="0"/>
          </a:p>
        </p:txBody>
      </p:sp>
      <p:sp>
        <p:nvSpPr>
          <p:cNvPr id="4" name="スライド番号プレースホルダー 3">
            <a:extLst>
              <a:ext uri="{FF2B5EF4-FFF2-40B4-BE49-F238E27FC236}">
                <a16:creationId xmlns:a16="http://schemas.microsoft.com/office/drawing/2014/main" id="{B9E5D79E-9B79-05A9-EA3D-918579595ED5}"/>
              </a:ext>
            </a:extLst>
          </p:cNvPr>
          <p:cNvSpPr>
            <a:spLocks noGrp="1"/>
          </p:cNvSpPr>
          <p:nvPr>
            <p:ph type="sldNum" idx="13"/>
          </p:nvPr>
        </p:nvSpPr>
        <p:spPr/>
        <p:txBody>
          <a:bodyPr/>
          <a:lstStyle/>
          <a:p>
            <a:fld id="{00000000-1234-1234-1234-123412341234}" type="slidenum">
              <a:rPr lang="en-US" altLang="ja-JP" smtClean="0"/>
              <a:pPr/>
              <a:t>18</a:t>
            </a:fld>
            <a:endParaRPr lang="ja-JP" altLang="en-US" dirty="0"/>
          </a:p>
        </p:txBody>
      </p:sp>
      <p:sp>
        <p:nvSpPr>
          <p:cNvPr id="12" name="乗算記号 11">
            <a:extLst>
              <a:ext uri="{FF2B5EF4-FFF2-40B4-BE49-F238E27FC236}">
                <a16:creationId xmlns:a16="http://schemas.microsoft.com/office/drawing/2014/main" id="{81962B34-216E-C86B-854A-272F1AF7BE49}"/>
              </a:ext>
            </a:extLst>
          </p:cNvPr>
          <p:cNvSpPr/>
          <p:nvPr/>
        </p:nvSpPr>
        <p:spPr>
          <a:xfrm>
            <a:off x="3898312" y="3505258"/>
            <a:ext cx="525641" cy="525641"/>
          </a:xfrm>
          <a:prstGeom prst="mathMultiply">
            <a:avLst>
              <a:gd name="adj1" fmla="val 11175"/>
            </a:avLst>
          </a:prstGeom>
          <a:gradFill>
            <a:gsLst>
              <a:gs pos="0">
                <a:schemeClr val="accent1"/>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200" spc="110" dirty="0"/>
          </a:p>
        </p:txBody>
      </p:sp>
      <p:sp>
        <p:nvSpPr>
          <p:cNvPr id="17" name="四角形: 角を丸くする 16">
            <a:extLst>
              <a:ext uri="{FF2B5EF4-FFF2-40B4-BE49-F238E27FC236}">
                <a16:creationId xmlns:a16="http://schemas.microsoft.com/office/drawing/2014/main" id="{D4B1D953-6D91-B2F9-7648-761A8329E987}"/>
              </a:ext>
            </a:extLst>
          </p:cNvPr>
          <p:cNvSpPr/>
          <p:nvPr/>
        </p:nvSpPr>
        <p:spPr>
          <a:xfrm>
            <a:off x="465432" y="4991138"/>
            <a:ext cx="3391533"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600" b="1" spc="110" dirty="0">
                <a:solidFill>
                  <a:schemeClr val="tx1"/>
                </a:solidFill>
              </a:rPr>
              <a:t>お酒を片手に</a:t>
            </a:r>
          </a:p>
        </p:txBody>
      </p:sp>
      <p:sp>
        <p:nvSpPr>
          <p:cNvPr id="18" name="四角形: 角を丸くする 17">
            <a:extLst>
              <a:ext uri="{FF2B5EF4-FFF2-40B4-BE49-F238E27FC236}">
                <a16:creationId xmlns:a16="http://schemas.microsoft.com/office/drawing/2014/main" id="{08AF804D-0DB9-A043-48B2-B7976BE72DC4}"/>
              </a:ext>
            </a:extLst>
          </p:cNvPr>
          <p:cNvSpPr/>
          <p:nvPr/>
        </p:nvSpPr>
        <p:spPr>
          <a:xfrm>
            <a:off x="4465299" y="4991138"/>
            <a:ext cx="3391533"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600" b="1" spc="110" dirty="0">
                <a:solidFill>
                  <a:schemeClr val="tx1"/>
                </a:solidFill>
              </a:rPr>
              <a:t>上質な空間で</a:t>
            </a:r>
          </a:p>
        </p:txBody>
      </p:sp>
      <p:sp>
        <p:nvSpPr>
          <p:cNvPr id="21" name="乗算記号 20">
            <a:extLst>
              <a:ext uri="{FF2B5EF4-FFF2-40B4-BE49-F238E27FC236}">
                <a16:creationId xmlns:a16="http://schemas.microsoft.com/office/drawing/2014/main" id="{3CC9E467-2C76-C09F-F323-CA1488A77434}"/>
              </a:ext>
            </a:extLst>
          </p:cNvPr>
          <p:cNvSpPr/>
          <p:nvPr/>
        </p:nvSpPr>
        <p:spPr>
          <a:xfrm>
            <a:off x="7898178" y="3505258"/>
            <a:ext cx="525641" cy="525641"/>
          </a:xfrm>
          <a:prstGeom prst="mathMultiply">
            <a:avLst>
              <a:gd name="adj1" fmla="val 11175"/>
            </a:avLst>
          </a:prstGeom>
          <a:gradFill>
            <a:gsLst>
              <a:gs pos="0">
                <a:schemeClr val="accent1"/>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200" spc="110" dirty="0"/>
          </a:p>
        </p:txBody>
      </p:sp>
      <p:sp>
        <p:nvSpPr>
          <p:cNvPr id="22" name="四角形: 角を丸くする 21">
            <a:extLst>
              <a:ext uri="{FF2B5EF4-FFF2-40B4-BE49-F238E27FC236}">
                <a16:creationId xmlns:a16="http://schemas.microsoft.com/office/drawing/2014/main" id="{85678FC0-1565-D684-4E83-0D27FFF809FA}"/>
              </a:ext>
            </a:extLst>
          </p:cNvPr>
          <p:cNvSpPr/>
          <p:nvPr/>
        </p:nvSpPr>
        <p:spPr>
          <a:xfrm>
            <a:off x="8465165" y="4991138"/>
            <a:ext cx="3391533" cy="369991"/>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600" b="1" spc="110" dirty="0">
                <a:solidFill>
                  <a:schemeClr val="tx1"/>
                </a:solidFill>
              </a:rPr>
              <a:t>ゆらめく炎を見ながら</a:t>
            </a:r>
          </a:p>
        </p:txBody>
      </p:sp>
    </p:spTree>
    <p:extLst>
      <p:ext uri="{BB962C8B-B14F-4D97-AF65-F5344CB8AC3E}">
        <p14:creationId xmlns:p14="http://schemas.microsoft.com/office/powerpoint/2010/main" val="2499284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7DA0F692-9657-20F6-2949-8F4D64152C6E}"/>
              </a:ext>
            </a:extLst>
          </p:cNvPr>
          <p:cNvSpPr/>
          <p:nvPr/>
        </p:nvSpPr>
        <p:spPr>
          <a:xfrm>
            <a:off x="1144318" y="2315008"/>
            <a:ext cx="4423592" cy="3167564"/>
          </a:xfrm>
          <a:prstGeom prst="roundRect">
            <a:avLst>
              <a:gd name="adj" fmla="val 6108"/>
            </a:avLst>
          </a:prstGeom>
          <a:solidFill>
            <a:schemeClr val="bg1"/>
          </a:solidFill>
          <a:ln w="3810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800" spc="110" dirty="0">
                <a:solidFill>
                  <a:schemeClr val="tx1"/>
                </a:solidFill>
              </a:rPr>
              <a:t>写真</a:t>
            </a:r>
          </a:p>
        </p:txBody>
      </p:sp>
      <p:sp>
        <p:nvSpPr>
          <p:cNvPr id="6" name="四角形: 角を丸くする 5">
            <a:extLst>
              <a:ext uri="{FF2B5EF4-FFF2-40B4-BE49-F238E27FC236}">
                <a16:creationId xmlns:a16="http://schemas.microsoft.com/office/drawing/2014/main" id="{D7EE964F-ECBA-5A51-1884-683A3D7A9937}"/>
              </a:ext>
            </a:extLst>
          </p:cNvPr>
          <p:cNvSpPr/>
          <p:nvPr/>
        </p:nvSpPr>
        <p:spPr>
          <a:xfrm>
            <a:off x="6624090" y="2315008"/>
            <a:ext cx="4423592" cy="3167564"/>
          </a:xfrm>
          <a:prstGeom prst="roundRect">
            <a:avLst>
              <a:gd name="adj" fmla="val 6108"/>
            </a:avLst>
          </a:prstGeom>
          <a:solidFill>
            <a:schemeClr val="bg1"/>
          </a:solidFill>
          <a:ln w="3810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1800" spc="110" dirty="0">
                <a:solidFill>
                  <a:schemeClr val="tx1"/>
                </a:solidFill>
              </a:rPr>
              <a:t>写真</a:t>
            </a:r>
          </a:p>
        </p:txBody>
      </p:sp>
      <p:sp>
        <p:nvSpPr>
          <p:cNvPr id="2" name="テキスト プレースホルダー 1">
            <a:extLst>
              <a:ext uri="{FF2B5EF4-FFF2-40B4-BE49-F238E27FC236}">
                <a16:creationId xmlns:a16="http://schemas.microsoft.com/office/drawing/2014/main" id="{B15594A6-C7E1-33D9-9510-728E0864CA75}"/>
              </a:ext>
            </a:extLst>
          </p:cNvPr>
          <p:cNvSpPr>
            <a:spLocks noGrp="1"/>
          </p:cNvSpPr>
          <p:nvPr>
            <p:ph type="body" sz="quarter" idx="11"/>
          </p:nvPr>
        </p:nvSpPr>
        <p:spPr/>
        <p:txBody>
          <a:bodyPr/>
          <a:lstStyle/>
          <a:p>
            <a:r>
              <a:rPr lang="ja-JP" altLang="en-US" dirty="0"/>
              <a:t>構図イメージ</a:t>
            </a:r>
          </a:p>
        </p:txBody>
      </p:sp>
      <p:sp>
        <p:nvSpPr>
          <p:cNvPr id="3" name="テキスト プレースホルダー 2">
            <a:extLst>
              <a:ext uri="{FF2B5EF4-FFF2-40B4-BE49-F238E27FC236}">
                <a16:creationId xmlns:a16="http://schemas.microsoft.com/office/drawing/2014/main" id="{1900848B-6DC0-C2A2-AA2F-7F685EDB221B}"/>
              </a:ext>
            </a:extLst>
          </p:cNvPr>
          <p:cNvSpPr>
            <a:spLocks noGrp="1"/>
          </p:cNvSpPr>
          <p:nvPr>
            <p:ph type="body" sz="quarter" idx="14"/>
          </p:nvPr>
        </p:nvSpPr>
        <p:spPr/>
        <p:txBody>
          <a:bodyPr/>
          <a:lstStyle/>
          <a:p>
            <a:r>
              <a:rPr lang="ja-JP" altLang="en-US" dirty="0"/>
              <a:t>国山とゲストがカジュアルに対談する構図をメインとして、</a:t>
            </a:r>
            <a:endParaRPr lang="en-US" altLang="ja-JP" dirty="0"/>
          </a:p>
          <a:p>
            <a:r>
              <a:rPr lang="ja-JP" altLang="en-US" b="1" dirty="0"/>
              <a:t>重要なキーワードは主観スタイルで印象的に見せる形をとります。</a:t>
            </a:r>
          </a:p>
        </p:txBody>
      </p:sp>
      <p:sp>
        <p:nvSpPr>
          <p:cNvPr id="4" name="スライド番号プレースホルダー 3">
            <a:extLst>
              <a:ext uri="{FF2B5EF4-FFF2-40B4-BE49-F238E27FC236}">
                <a16:creationId xmlns:a16="http://schemas.microsoft.com/office/drawing/2014/main" id="{B9E5D79E-9B79-05A9-EA3D-918579595ED5}"/>
              </a:ext>
            </a:extLst>
          </p:cNvPr>
          <p:cNvSpPr>
            <a:spLocks noGrp="1"/>
          </p:cNvSpPr>
          <p:nvPr>
            <p:ph type="sldNum" idx="13"/>
          </p:nvPr>
        </p:nvSpPr>
        <p:spPr/>
        <p:txBody>
          <a:bodyPr/>
          <a:lstStyle/>
          <a:p>
            <a:fld id="{00000000-1234-1234-1234-123412341234}" type="slidenum">
              <a:rPr lang="en-US" altLang="ja-JP" smtClean="0"/>
              <a:pPr/>
              <a:t>19</a:t>
            </a:fld>
            <a:endParaRPr lang="ja-JP" altLang="en-US" dirty="0"/>
          </a:p>
        </p:txBody>
      </p:sp>
      <p:sp>
        <p:nvSpPr>
          <p:cNvPr id="9" name="Google Shape;93;p5">
            <a:extLst>
              <a:ext uri="{FF2B5EF4-FFF2-40B4-BE49-F238E27FC236}">
                <a16:creationId xmlns:a16="http://schemas.microsoft.com/office/drawing/2014/main" id="{CA553570-D7B8-FAE7-BF03-BDE7FAAAA605}"/>
              </a:ext>
            </a:extLst>
          </p:cNvPr>
          <p:cNvSpPr txBox="1"/>
          <p:nvPr/>
        </p:nvSpPr>
        <p:spPr>
          <a:xfrm>
            <a:off x="7925282" y="5573540"/>
            <a:ext cx="31224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US" altLang="ja-JP" dirty="0">
                <a:solidFill>
                  <a:schemeClr val="tx1"/>
                </a:solidFill>
                <a:latin typeface="+mn-ea"/>
                <a:ea typeface="+mn-ea"/>
              </a:rPr>
              <a:t>※Masterclass</a:t>
            </a:r>
            <a:endParaRPr dirty="0">
              <a:solidFill>
                <a:schemeClr val="tx1"/>
              </a:solidFill>
              <a:latin typeface="+mn-ea"/>
              <a:ea typeface="+mn-ea"/>
            </a:endParaRPr>
          </a:p>
        </p:txBody>
      </p:sp>
      <p:sp>
        <p:nvSpPr>
          <p:cNvPr id="11" name="Google Shape;93;p5">
            <a:extLst>
              <a:ext uri="{FF2B5EF4-FFF2-40B4-BE49-F238E27FC236}">
                <a16:creationId xmlns:a16="http://schemas.microsoft.com/office/drawing/2014/main" id="{A201DE37-999D-D08B-0024-ABD1C623721A}"/>
              </a:ext>
            </a:extLst>
          </p:cNvPr>
          <p:cNvSpPr txBox="1"/>
          <p:nvPr/>
        </p:nvSpPr>
        <p:spPr>
          <a:xfrm>
            <a:off x="2445510" y="5573540"/>
            <a:ext cx="31224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US" altLang="ja-JP" dirty="0">
                <a:solidFill>
                  <a:schemeClr val="tx1"/>
                </a:solidFill>
                <a:latin typeface="+mn-ea"/>
                <a:ea typeface="+mn-ea"/>
              </a:rPr>
              <a:t>※JYP×PSY</a:t>
            </a:r>
            <a:r>
              <a:rPr lang="ja-JP" altLang="en-US" dirty="0">
                <a:solidFill>
                  <a:schemeClr val="tx1"/>
                </a:solidFill>
                <a:latin typeface="+mn-ea"/>
                <a:ea typeface="+mn-ea"/>
              </a:rPr>
              <a:t>「</a:t>
            </a:r>
            <a:r>
              <a:rPr lang="en-US" altLang="ja-JP" dirty="0">
                <a:solidFill>
                  <a:schemeClr val="tx1"/>
                </a:solidFill>
                <a:latin typeface="+mn-ea"/>
                <a:ea typeface="+mn-ea"/>
              </a:rPr>
              <a:t>LOPD</a:t>
            </a:r>
            <a:r>
              <a:rPr lang="ja-JP" altLang="en-US" dirty="0">
                <a:solidFill>
                  <a:schemeClr val="tx1"/>
                </a:solidFill>
                <a:latin typeface="+mn-ea"/>
                <a:ea typeface="+mn-ea"/>
              </a:rPr>
              <a:t>」</a:t>
            </a:r>
            <a:endParaRPr dirty="0">
              <a:solidFill>
                <a:schemeClr val="tx1"/>
              </a:solidFill>
              <a:latin typeface="+mn-ea"/>
              <a:ea typeface="+mn-ea"/>
            </a:endParaRPr>
          </a:p>
        </p:txBody>
      </p:sp>
      <p:sp>
        <p:nvSpPr>
          <p:cNvPr id="12" name="乗算記号 11">
            <a:extLst>
              <a:ext uri="{FF2B5EF4-FFF2-40B4-BE49-F238E27FC236}">
                <a16:creationId xmlns:a16="http://schemas.microsoft.com/office/drawing/2014/main" id="{81962B34-216E-C86B-854A-272F1AF7BE49}"/>
              </a:ext>
            </a:extLst>
          </p:cNvPr>
          <p:cNvSpPr/>
          <p:nvPr/>
        </p:nvSpPr>
        <p:spPr>
          <a:xfrm>
            <a:off x="5735939" y="3538729"/>
            <a:ext cx="720122" cy="720122"/>
          </a:xfrm>
          <a:prstGeom prst="mathMultiply">
            <a:avLst>
              <a:gd name="adj1" fmla="val 11175"/>
            </a:avLst>
          </a:prstGeom>
          <a:gradFill>
            <a:gsLst>
              <a:gs pos="0">
                <a:schemeClr val="accent1"/>
              </a:gs>
              <a:gs pos="100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13" name="四角形: 角を丸くする 12">
            <a:extLst>
              <a:ext uri="{FF2B5EF4-FFF2-40B4-BE49-F238E27FC236}">
                <a16:creationId xmlns:a16="http://schemas.microsoft.com/office/drawing/2014/main" id="{7C1B50C9-1599-2AD8-8C9E-255BCCC79A4B}"/>
              </a:ext>
            </a:extLst>
          </p:cNvPr>
          <p:cNvSpPr/>
          <p:nvPr/>
        </p:nvSpPr>
        <p:spPr>
          <a:xfrm>
            <a:off x="2117663" y="2061378"/>
            <a:ext cx="2476902" cy="506884"/>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2400" b="1" spc="110" dirty="0">
                <a:solidFill>
                  <a:schemeClr val="bg1"/>
                </a:solidFill>
              </a:rPr>
              <a:t>対談スタイル</a:t>
            </a:r>
          </a:p>
        </p:txBody>
      </p:sp>
      <p:sp>
        <p:nvSpPr>
          <p:cNvPr id="14" name="四角形: 角を丸くする 13">
            <a:extLst>
              <a:ext uri="{FF2B5EF4-FFF2-40B4-BE49-F238E27FC236}">
                <a16:creationId xmlns:a16="http://schemas.microsoft.com/office/drawing/2014/main" id="{6EEB98B4-99F1-412B-8C6C-4173F5A760E4}"/>
              </a:ext>
            </a:extLst>
          </p:cNvPr>
          <p:cNvSpPr/>
          <p:nvPr/>
        </p:nvSpPr>
        <p:spPr>
          <a:xfrm>
            <a:off x="7597435" y="2061378"/>
            <a:ext cx="2476902" cy="506884"/>
          </a:xfrm>
          <a:prstGeom prst="roundRect">
            <a:avLst>
              <a:gd name="adj" fmla="val 50000"/>
            </a:avLst>
          </a:prstGeom>
          <a:solidFill>
            <a:schemeClr val="bg1"/>
          </a:soli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kumimoji="1" lang="ja-JP" altLang="en-US" sz="2400" b="1" spc="110" dirty="0">
                <a:gradFill>
                  <a:gsLst>
                    <a:gs pos="0">
                      <a:schemeClr val="accent1"/>
                    </a:gs>
                    <a:gs pos="100000">
                      <a:schemeClr val="accent2"/>
                    </a:gs>
                  </a:gsLst>
                  <a:lin ang="2700000" scaled="0"/>
                </a:gradFill>
              </a:rPr>
              <a:t>主観スタイル</a:t>
            </a:r>
          </a:p>
        </p:txBody>
      </p:sp>
      <p:sp>
        <p:nvSpPr>
          <p:cNvPr id="17" name="四角形: 角を丸くする 16">
            <a:extLst>
              <a:ext uri="{FF2B5EF4-FFF2-40B4-BE49-F238E27FC236}">
                <a16:creationId xmlns:a16="http://schemas.microsoft.com/office/drawing/2014/main" id="{D4B1D953-6D91-B2F9-7648-761A8329E987}"/>
              </a:ext>
            </a:extLst>
          </p:cNvPr>
          <p:cNvSpPr/>
          <p:nvPr/>
        </p:nvSpPr>
        <p:spPr>
          <a:xfrm>
            <a:off x="976289" y="5573540"/>
            <a:ext cx="2476902" cy="506884"/>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dirty="0">
                <a:solidFill>
                  <a:schemeClr val="tx1"/>
                </a:solidFill>
              </a:rPr>
              <a:t>メイン</a:t>
            </a:r>
          </a:p>
        </p:txBody>
      </p:sp>
      <p:sp>
        <p:nvSpPr>
          <p:cNvPr id="18" name="四角形: 角を丸くする 17">
            <a:extLst>
              <a:ext uri="{FF2B5EF4-FFF2-40B4-BE49-F238E27FC236}">
                <a16:creationId xmlns:a16="http://schemas.microsoft.com/office/drawing/2014/main" id="{08AF804D-0DB9-A043-48B2-B7976BE72DC4}"/>
              </a:ext>
            </a:extLst>
          </p:cNvPr>
          <p:cNvSpPr/>
          <p:nvPr/>
        </p:nvSpPr>
        <p:spPr>
          <a:xfrm>
            <a:off x="6456061" y="5573540"/>
            <a:ext cx="2476902" cy="506884"/>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1" lang="ja-JP" altLang="en-US" sz="2400" b="1" spc="110" dirty="0">
                <a:solidFill>
                  <a:schemeClr val="tx1"/>
                </a:solidFill>
              </a:rPr>
              <a:t>サブ</a:t>
            </a:r>
          </a:p>
        </p:txBody>
      </p:sp>
    </p:spTree>
    <p:extLst>
      <p:ext uri="{BB962C8B-B14F-4D97-AF65-F5344CB8AC3E}">
        <p14:creationId xmlns:p14="http://schemas.microsoft.com/office/powerpoint/2010/main" val="1758656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15594A6-C7E1-33D9-9510-728E0864CA75}"/>
              </a:ext>
            </a:extLst>
          </p:cNvPr>
          <p:cNvSpPr>
            <a:spLocks noGrp="1"/>
          </p:cNvSpPr>
          <p:nvPr>
            <p:ph type="body" sz="quarter" idx="11"/>
          </p:nvPr>
        </p:nvSpPr>
        <p:spPr/>
        <p:txBody>
          <a:bodyPr/>
          <a:lstStyle/>
          <a:p>
            <a:r>
              <a:rPr lang="ja-JP" altLang="en-US" dirty="0"/>
              <a:t>構成イメージ</a:t>
            </a:r>
          </a:p>
        </p:txBody>
      </p:sp>
      <p:sp>
        <p:nvSpPr>
          <p:cNvPr id="3" name="テキスト プレースホルダー 2">
            <a:extLst>
              <a:ext uri="{FF2B5EF4-FFF2-40B4-BE49-F238E27FC236}">
                <a16:creationId xmlns:a16="http://schemas.microsoft.com/office/drawing/2014/main" id="{1900848B-6DC0-C2A2-AA2F-7F685EDB221B}"/>
              </a:ext>
            </a:extLst>
          </p:cNvPr>
          <p:cNvSpPr>
            <a:spLocks noGrp="1"/>
          </p:cNvSpPr>
          <p:nvPr>
            <p:ph type="body" sz="quarter" idx="14"/>
          </p:nvPr>
        </p:nvSpPr>
        <p:spPr/>
        <p:txBody>
          <a:bodyPr/>
          <a:lstStyle/>
          <a:p>
            <a:r>
              <a:rPr lang="en-US" altLang="ja-JP" dirty="0"/>
              <a:t>30</a:t>
            </a:r>
            <a:r>
              <a:rPr lang="ja-JP" altLang="en-US" dirty="0"/>
              <a:t>代のキャリアに関する様々な質問をベースに、これからの</a:t>
            </a:r>
            <a:r>
              <a:rPr lang="en-US" altLang="ja-JP" dirty="0"/>
              <a:t>30</a:t>
            </a:r>
            <a:r>
              <a:rPr lang="ja-JP" altLang="en-US" dirty="0"/>
              <a:t>代に必要な</a:t>
            </a:r>
            <a:endParaRPr lang="en-US" altLang="ja-JP" dirty="0"/>
          </a:p>
          <a:p>
            <a:r>
              <a:rPr lang="ja-JP" altLang="en-US" dirty="0"/>
              <a:t>キャリア・生き方・哲学などを</a:t>
            </a:r>
            <a:r>
              <a:rPr lang="en-US" altLang="ja-JP" b="1" dirty="0"/>
              <a:t>1on1</a:t>
            </a:r>
            <a:r>
              <a:rPr lang="ja-JP" altLang="en-US" b="1" dirty="0"/>
              <a:t>インタビュー形式で伺います。</a:t>
            </a:r>
          </a:p>
        </p:txBody>
      </p:sp>
      <p:sp>
        <p:nvSpPr>
          <p:cNvPr id="4" name="スライド番号プレースホルダー 3">
            <a:extLst>
              <a:ext uri="{FF2B5EF4-FFF2-40B4-BE49-F238E27FC236}">
                <a16:creationId xmlns:a16="http://schemas.microsoft.com/office/drawing/2014/main" id="{B9E5D79E-9B79-05A9-EA3D-918579595ED5}"/>
              </a:ext>
            </a:extLst>
          </p:cNvPr>
          <p:cNvSpPr>
            <a:spLocks noGrp="1"/>
          </p:cNvSpPr>
          <p:nvPr>
            <p:ph type="sldNum" idx="13"/>
          </p:nvPr>
        </p:nvSpPr>
        <p:spPr/>
        <p:txBody>
          <a:bodyPr/>
          <a:lstStyle/>
          <a:p>
            <a:fld id="{00000000-1234-1234-1234-123412341234}" type="slidenum">
              <a:rPr lang="en-US" altLang="ja-JP" smtClean="0"/>
              <a:pPr/>
              <a:t>20</a:t>
            </a:fld>
            <a:endParaRPr lang="ja-JP" altLang="en-US" dirty="0"/>
          </a:p>
        </p:txBody>
      </p:sp>
      <p:sp>
        <p:nvSpPr>
          <p:cNvPr id="15" name="テキスト ボックス 14">
            <a:extLst>
              <a:ext uri="{FF2B5EF4-FFF2-40B4-BE49-F238E27FC236}">
                <a16:creationId xmlns:a16="http://schemas.microsoft.com/office/drawing/2014/main" id="{124CEB1C-28DE-32E1-9138-9031A23034B0}"/>
              </a:ext>
            </a:extLst>
          </p:cNvPr>
          <p:cNvSpPr txBox="1"/>
          <p:nvPr/>
        </p:nvSpPr>
        <p:spPr>
          <a:xfrm>
            <a:off x="904489" y="1737681"/>
            <a:ext cx="10473268" cy="4540795"/>
          </a:xfrm>
          <a:prstGeom prst="rect">
            <a:avLst/>
          </a:prstGeom>
          <a:noFill/>
        </p:spPr>
        <p:txBody>
          <a:bodyPr wrap="square">
            <a:spAutoFit/>
          </a:bodyPr>
          <a:lstStyle/>
          <a:p>
            <a:pPr>
              <a:lnSpc>
                <a:spcPct val="150000"/>
              </a:lnSpc>
            </a:pPr>
            <a:r>
              <a:rPr lang="en-US" altLang="ja-JP" sz="2800" b="1" dirty="0">
                <a:gradFill>
                  <a:gsLst>
                    <a:gs pos="0">
                      <a:schemeClr val="accent1"/>
                    </a:gs>
                    <a:gs pos="100000">
                      <a:schemeClr val="accent2"/>
                    </a:gs>
                  </a:gsLst>
                  <a:lin ang="0" scaled="0"/>
                </a:gradFill>
                <a:latin typeface="+mn-ea"/>
                <a:ea typeface="+mn-ea"/>
              </a:rPr>
              <a:t>Q:</a:t>
            </a:r>
            <a:r>
              <a:rPr lang="ja-JP" altLang="en-US" sz="2800" b="1" dirty="0">
                <a:gradFill>
                  <a:gsLst>
                    <a:gs pos="0">
                      <a:schemeClr val="accent1"/>
                    </a:gs>
                    <a:gs pos="100000">
                      <a:schemeClr val="accent2"/>
                    </a:gs>
                  </a:gsLst>
                  <a:lin ang="0" scaled="0"/>
                </a:gradFill>
                <a:latin typeface="+mn-ea"/>
                <a:ea typeface="+mn-ea"/>
              </a:rPr>
              <a:t>　</a:t>
            </a:r>
            <a:r>
              <a:rPr lang="en-US" altLang="ja-JP" sz="2800" b="1" dirty="0">
                <a:gradFill>
                  <a:gsLst>
                    <a:gs pos="0">
                      <a:schemeClr val="accent1"/>
                    </a:gs>
                    <a:gs pos="100000">
                      <a:schemeClr val="accent2"/>
                    </a:gs>
                  </a:gsLst>
                  <a:lin ang="0" scaled="0"/>
                </a:gradFill>
                <a:latin typeface="+mn-ea"/>
                <a:ea typeface="+mn-ea"/>
              </a:rPr>
              <a:t>30</a:t>
            </a:r>
            <a:r>
              <a:rPr lang="ja-JP" altLang="en-US" sz="2800" b="1" dirty="0">
                <a:gradFill>
                  <a:gsLst>
                    <a:gs pos="0">
                      <a:schemeClr val="accent1"/>
                    </a:gs>
                    <a:gs pos="100000">
                      <a:schemeClr val="accent2"/>
                    </a:gs>
                  </a:gsLst>
                  <a:lin ang="0" scaled="0"/>
                </a:gradFill>
                <a:latin typeface="+mn-ea"/>
                <a:ea typeface="+mn-ea"/>
              </a:rPr>
              <a:t>代で思い描いている（思い描いていた）ビジョンは？</a:t>
            </a:r>
          </a:p>
          <a:p>
            <a:pPr>
              <a:lnSpc>
                <a:spcPct val="150000"/>
              </a:lnSpc>
            </a:pPr>
            <a:r>
              <a:rPr lang="en-US" altLang="ja-JP" sz="2800" b="1" dirty="0">
                <a:gradFill>
                  <a:gsLst>
                    <a:gs pos="0">
                      <a:schemeClr val="accent1"/>
                    </a:gs>
                    <a:gs pos="100000">
                      <a:schemeClr val="accent2"/>
                    </a:gs>
                  </a:gsLst>
                  <a:lin ang="0" scaled="0"/>
                </a:gradFill>
                <a:latin typeface="+mn-ea"/>
                <a:ea typeface="+mn-ea"/>
              </a:rPr>
              <a:t>Q:</a:t>
            </a:r>
            <a:r>
              <a:rPr lang="ja-JP" altLang="en-US" sz="2800" b="1" dirty="0">
                <a:gradFill>
                  <a:gsLst>
                    <a:gs pos="0">
                      <a:schemeClr val="accent1"/>
                    </a:gs>
                    <a:gs pos="100000">
                      <a:schemeClr val="accent2"/>
                    </a:gs>
                  </a:gsLst>
                  <a:lin ang="0" scaled="0"/>
                </a:gradFill>
                <a:latin typeface="+mn-ea"/>
                <a:ea typeface="+mn-ea"/>
              </a:rPr>
              <a:t>　どんな準備をしてきたか？</a:t>
            </a:r>
          </a:p>
          <a:p>
            <a:pPr>
              <a:lnSpc>
                <a:spcPct val="150000"/>
              </a:lnSpc>
            </a:pPr>
            <a:r>
              <a:rPr lang="en-US" altLang="ja-JP" sz="2800" b="1" dirty="0">
                <a:gradFill>
                  <a:gsLst>
                    <a:gs pos="0">
                      <a:schemeClr val="accent1"/>
                    </a:gs>
                    <a:gs pos="100000">
                      <a:schemeClr val="accent2"/>
                    </a:gs>
                  </a:gsLst>
                  <a:lin ang="0" scaled="0"/>
                </a:gradFill>
                <a:latin typeface="+mn-ea"/>
                <a:ea typeface="+mn-ea"/>
              </a:rPr>
              <a:t>Q:</a:t>
            </a:r>
            <a:r>
              <a:rPr lang="ja-JP" altLang="en-US" sz="2800" b="1" dirty="0">
                <a:gradFill>
                  <a:gsLst>
                    <a:gs pos="0">
                      <a:schemeClr val="accent1"/>
                    </a:gs>
                    <a:gs pos="100000">
                      <a:schemeClr val="accent2"/>
                    </a:gs>
                  </a:gsLst>
                  <a:lin ang="0" scaled="0"/>
                </a:gradFill>
                <a:latin typeface="+mn-ea"/>
                <a:ea typeface="+mn-ea"/>
              </a:rPr>
              <a:t>　覚悟を決めた決断は？</a:t>
            </a:r>
          </a:p>
          <a:p>
            <a:pPr>
              <a:lnSpc>
                <a:spcPct val="150000"/>
              </a:lnSpc>
            </a:pPr>
            <a:r>
              <a:rPr lang="en-US" altLang="ja-JP" sz="2800" b="1" dirty="0">
                <a:gradFill>
                  <a:gsLst>
                    <a:gs pos="0">
                      <a:schemeClr val="accent1"/>
                    </a:gs>
                    <a:gs pos="100000">
                      <a:schemeClr val="accent2"/>
                    </a:gs>
                  </a:gsLst>
                  <a:lin ang="0" scaled="0"/>
                </a:gradFill>
                <a:latin typeface="+mn-ea"/>
                <a:ea typeface="+mn-ea"/>
              </a:rPr>
              <a:t>Q:</a:t>
            </a:r>
            <a:r>
              <a:rPr lang="ja-JP" altLang="en-US" sz="2800" b="1" dirty="0">
                <a:gradFill>
                  <a:gsLst>
                    <a:gs pos="0">
                      <a:schemeClr val="accent1"/>
                    </a:gs>
                    <a:gs pos="100000">
                      <a:schemeClr val="accent2"/>
                    </a:gs>
                  </a:gsLst>
                  <a:lin ang="0" scaled="0"/>
                </a:gradFill>
                <a:latin typeface="+mn-ea"/>
                <a:ea typeface="+mn-ea"/>
              </a:rPr>
              <a:t>　何故その決断が出来たのか？</a:t>
            </a:r>
          </a:p>
          <a:p>
            <a:pPr>
              <a:lnSpc>
                <a:spcPct val="150000"/>
              </a:lnSpc>
            </a:pPr>
            <a:r>
              <a:rPr lang="en-US" altLang="ja-JP" sz="2800" b="1" dirty="0">
                <a:gradFill>
                  <a:gsLst>
                    <a:gs pos="0">
                      <a:schemeClr val="accent1"/>
                    </a:gs>
                    <a:gs pos="100000">
                      <a:schemeClr val="accent2"/>
                    </a:gs>
                  </a:gsLst>
                  <a:lin ang="0" scaled="0"/>
                </a:gradFill>
                <a:latin typeface="+mn-ea"/>
                <a:ea typeface="+mn-ea"/>
              </a:rPr>
              <a:t>Q:</a:t>
            </a:r>
            <a:r>
              <a:rPr lang="ja-JP" altLang="en-US" sz="2800" b="1" dirty="0">
                <a:gradFill>
                  <a:gsLst>
                    <a:gs pos="0">
                      <a:schemeClr val="accent1"/>
                    </a:gs>
                    <a:gs pos="100000">
                      <a:schemeClr val="accent2"/>
                    </a:gs>
                  </a:gsLst>
                  <a:lin ang="0" scaled="0"/>
                </a:gradFill>
                <a:latin typeface="+mn-ea"/>
                <a:ea typeface="+mn-ea"/>
              </a:rPr>
              <a:t>　最も困難だった壁は？</a:t>
            </a:r>
          </a:p>
          <a:p>
            <a:pPr>
              <a:lnSpc>
                <a:spcPct val="150000"/>
              </a:lnSpc>
            </a:pPr>
            <a:r>
              <a:rPr lang="en-US" altLang="ja-JP" sz="2800" b="1" dirty="0">
                <a:gradFill>
                  <a:gsLst>
                    <a:gs pos="0">
                      <a:schemeClr val="accent1"/>
                    </a:gs>
                    <a:gs pos="100000">
                      <a:schemeClr val="accent2"/>
                    </a:gs>
                  </a:gsLst>
                  <a:lin ang="0" scaled="0"/>
                </a:gradFill>
                <a:latin typeface="+mn-ea"/>
                <a:ea typeface="+mn-ea"/>
              </a:rPr>
              <a:t>Q:</a:t>
            </a:r>
            <a:r>
              <a:rPr lang="ja-JP" altLang="en-US" sz="2800" b="1" dirty="0">
                <a:gradFill>
                  <a:gsLst>
                    <a:gs pos="0">
                      <a:schemeClr val="accent1"/>
                    </a:gs>
                    <a:gs pos="100000">
                      <a:schemeClr val="accent2"/>
                    </a:gs>
                  </a:gsLst>
                  <a:lin ang="0" scaled="0"/>
                </a:gradFill>
                <a:latin typeface="+mn-ea"/>
                <a:ea typeface="+mn-ea"/>
              </a:rPr>
              <a:t>　どのようにして乗り越えたか？</a:t>
            </a:r>
          </a:p>
          <a:p>
            <a:pPr>
              <a:lnSpc>
                <a:spcPct val="150000"/>
              </a:lnSpc>
            </a:pPr>
            <a:r>
              <a:rPr lang="en-US" altLang="ja-JP" sz="2800" b="1" dirty="0">
                <a:gradFill>
                  <a:gsLst>
                    <a:gs pos="0">
                      <a:schemeClr val="accent1"/>
                    </a:gs>
                    <a:gs pos="100000">
                      <a:schemeClr val="accent2"/>
                    </a:gs>
                  </a:gsLst>
                  <a:lin ang="0" scaled="0"/>
                </a:gradFill>
                <a:latin typeface="+mn-ea"/>
                <a:ea typeface="+mn-ea"/>
              </a:rPr>
              <a:t>Q:</a:t>
            </a:r>
            <a:r>
              <a:rPr lang="ja-JP" altLang="en-US" sz="2800" b="1" dirty="0">
                <a:gradFill>
                  <a:gsLst>
                    <a:gs pos="0">
                      <a:schemeClr val="accent1"/>
                    </a:gs>
                    <a:gs pos="100000">
                      <a:schemeClr val="accent2"/>
                    </a:gs>
                  </a:gsLst>
                  <a:lin ang="0" scaled="0"/>
                </a:gradFill>
                <a:latin typeface="+mn-ea"/>
                <a:ea typeface="+mn-ea"/>
              </a:rPr>
              <a:t>　</a:t>
            </a:r>
            <a:r>
              <a:rPr lang="en-US" altLang="ja-JP" sz="2800" b="1" dirty="0">
                <a:gradFill>
                  <a:gsLst>
                    <a:gs pos="0">
                      <a:schemeClr val="accent1"/>
                    </a:gs>
                    <a:gs pos="100000">
                      <a:schemeClr val="accent2"/>
                    </a:gs>
                  </a:gsLst>
                  <a:lin ang="0" scaled="0"/>
                </a:gradFill>
                <a:latin typeface="+mn-ea"/>
                <a:ea typeface="+mn-ea"/>
              </a:rPr>
              <a:t>30</a:t>
            </a:r>
            <a:r>
              <a:rPr lang="ja-JP" altLang="en-US" sz="2800" b="1" dirty="0">
                <a:gradFill>
                  <a:gsLst>
                    <a:gs pos="0">
                      <a:schemeClr val="accent1"/>
                    </a:gs>
                    <a:gs pos="100000">
                      <a:schemeClr val="accent2"/>
                    </a:gs>
                  </a:gsLst>
                  <a:lin ang="0" scaled="0"/>
                </a:gradFill>
                <a:latin typeface="+mn-ea"/>
                <a:ea typeface="+mn-ea"/>
              </a:rPr>
              <a:t>代に必要なことは何か？</a:t>
            </a:r>
          </a:p>
        </p:txBody>
      </p:sp>
    </p:spTree>
    <p:extLst>
      <p:ext uri="{BB962C8B-B14F-4D97-AF65-F5344CB8AC3E}">
        <p14:creationId xmlns:p14="http://schemas.microsoft.com/office/powerpoint/2010/main" val="1079749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15594A6-C7E1-33D9-9510-728E0864CA75}"/>
              </a:ext>
            </a:extLst>
          </p:cNvPr>
          <p:cNvSpPr>
            <a:spLocks noGrp="1"/>
          </p:cNvSpPr>
          <p:nvPr>
            <p:ph type="body" sz="quarter" idx="11"/>
          </p:nvPr>
        </p:nvSpPr>
        <p:spPr/>
        <p:txBody>
          <a:bodyPr/>
          <a:lstStyle/>
          <a:p>
            <a:r>
              <a:rPr lang="ja-JP" altLang="en-US" dirty="0">
                <a:latin typeface="+mn-ea"/>
                <a:ea typeface="+mn-ea"/>
              </a:rPr>
              <a:t>キャスティング案</a:t>
            </a:r>
          </a:p>
        </p:txBody>
      </p:sp>
      <p:sp>
        <p:nvSpPr>
          <p:cNvPr id="3" name="テキスト プレースホルダー 2">
            <a:extLst>
              <a:ext uri="{FF2B5EF4-FFF2-40B4-BE49-F238E27FC236}">
                <a16:creationId xmlns:a16="http://schemas.microsoft.com/office/drawing/2014/main" id="{1900848B-6DC0-C2A2-AA2F-7F685EDB221B}"/>
              </a:ext>
            </a:extLst>
          </p:cNvPr>
          <p:cNvSpPr>
            <a:spLocks noGrp="1"/>
          </p:cNvSpPr>
          <p:nvPr>
            <p:ph type="body" sz="quarter" idx="14"/>
          </p:nvPr>
        </p:nvSpPr>
        <p:spPr/>
        <p:txBody>
          <a:bodyPr/>
          <a:lstStyle/>
          <a:p>
            <a:r>
              <a:rPr lang="ja-JP" altLang="en-US" b="1" dirty="0">
                <a:latin typeface="+mn-ea"/>
                <a:ea typeface="+mn-ea"/>
              </a:rPr>
              <a:t>日本を代表する</a:t>
            </a:r>
            <a:r>
              <a:rPr lang="en-US" altLang="ja-JP" b="1" dirty="0">
                <a:latin typeface="+mn-ea"/>
                <a:ea typeface="+mn-ea"/>
              </a:rPr>
              <a:t>30</a:t>
            </a:r>
            <a:r>
              <a:rPr lang="ja-JP" altLang="en-US" b="1" dirty="0">
                <a:latin typeface="+mn-ea"/>
                <a:ea typeface="+mn-ea"/>
              </a:rPr>
              <a:t>代の著名人</a:t>
            </a:r>
            <a:r>
              <a:rPr lang="ja-JP" altLang="en-US" dirty="0">
                <a:latin typeface="+mn-ea"/>
                <a:ea typeface="+mn-ea"/>
              </a:rPr>
              <a:t>はもちろん、</a:t>
            </a:r>
            <a:endParaRPr lang="en-US" altLang="ja-JP" dirty="0">
              <a:latin typeface="+mn-ea"/>
              <a:ea typeface="+mn-ea"/>
            </a:endParaRPr>
          </a:p>
          <a:p>
            <a:r>
              <a:rPr lang="ja-JP" altLang="en-US" dirty="0">
                <a:latin typeface="+mn-ea"/>
                <a:ea typeface="+mn-ea"/>
              </a:rPr>
              <a:t>「一流の</a:t>
            </a:r>
            <a:r>
              <a:rPr lang="en-US" altLang="ja-JP" dirty="0">
                <a:latin typeface="+mn-ea"/>
                <a:ea typeface="+mn-ea"/>
              </a:rPr>
              <a:t>30</a:t>
            </a:r>
            <a:r>
              <a:rPr lang="ja-JP" altLang="en-US" dirty="0">
                <a:latin typeface="+mn-ea"/>
                <a:ea typeface="+mn-ea"/>
              </a:rPr>
              <a:t>代」を過ごしてきた</a:t>
            </a:r>
            <a:r>
              <a:rPr lang="en-US" altLang="ja-JP" dirty="0">
                <a:latin typeface="+mn-ea"/>
                <a:ea typeface="+mn-ea"/>
              </a:rPr>
              <a:t>40</a:t>
            </a:r>
            <a:r>
              <a:rPr lang="ja-JP" altLang="en-US" dirty="0">
                <a:latin typeface="+mn-ea"/>
                <a:ea typeface="+mn-ea"/>
              </a:rPr>
              <a:t>代の先輩方にもご出演いただく予定です。</a:t>
            </a:r>
            <a:endParaRPr lang="ja-JP" altLang="en-US" b="1" dirty="0">
              <a:latin typeface="+mn-ea"/>
              <a:ea typeface="+mn-ea"/>
            </a:endParaRPr>
          </a:p>
        </p:txBody>
      </p:sp>
      <p:sp>
        <p:nvSpPr>
          <p:cNvPr id="4" name="スライド番号プレースホルダー 3">
            <a:extLst>
              <a:ext uri="{FF2B5EF4-FFF2-40B4-BE49-F238E27FC236}">
                <a16:creationId xmlns:a16="http://schemas.microsoft.com/office/drawing/2014/main" id="{B9E5D79E-9B79-05A9-EA3D-918579595ED5}"/>
              </a:ext>
            </a:extLst>
          </p:cNvPr>
          <p:cNvSpPr>
            <a:spLocks noGrp="1"/>
          </p:cNvSpPr>
          <p:nvPr>
            <p:ph type="sldNum" idx="13"/>
          </p:nvPr>
        </p:nvSpPr>
        <p:spPr/>
        <p:txBody>
          <a:bodyPr/>
          <a:lstStyle/>
          <a:p>
            <a:fld id="{00000000-1234-1234-1234-123412341234}" type="slidenum">
              <a:rPr lang="en-US" altLang="ja-JP" smtClean="0">
                <a:latin typeface="+mn-ea"/>
                <a:ea typeface="+mn-ea"/>
              </a:rPr>
              <a:pPr/>
              <a:t>21</a:t>
            </a:fld>
            <a:endParaRPr lang="ja-JP" altLang="en-US" dirty="0">
              <a:latin typeface="+mn-ea"/>
              <a:ea typeface="+mn-ea"/>
            </a:endParaRPr>
          </a:p>
        </p:txBody>
      </p:sp>
      <p:sp>
        <p:nvSpPr>
          <p:cNvPr id="5" name="テキスト プレースホルダー 3">
            <a:extLst>
              <a:ext uri="{FF2B5EF4-FFF2-40B4-BE49-F238E27FC236}">
                <a16:creationId xmlns:a16="http://schemas.microsoft.com/office/drawing/2014/main" id="{57553C8E-4B84-A276-4BAD-7E85B2A5A3B1}"/>
              </a:ext>
            </a:extLst>
          </p:cNvPr>
          <p:cNvSpPr txBox="1">
            <a:spLocks/>
          </p:cNvSpPr>
          <p:nvPr/>
        </p:nvSpPr>
        <p:spPr>
          <a:xfrm>
            <a:off x="1380191" y="3169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藤田晋</a:t>
            </a:r>
          </a:p>
        </p:txBody>
      </p:sp>
      <p:sp>
        <p:nvSpPr>
          <p:cNvPr id="7" name="正方形/長方形 6">
            <a:extLst>
              <a:ext uri="{FF2B5EF4-FFF2-40B4-BE49-F238E27FC236}">
                <a16:creationId xmlns:a16="http://schemas.microsoft.com/office/drawing/2014/main" id="{B03A19DF-5305-D53A-00DB-256F8ACB8A96}"/>
              </a:ext>
            </a:extLst>
          </p:cNvPr>
          <p:cNvSpPr/>
          <p:nvPr/>
        </p:nvSpPr>
        <p:spPr>
          <a:xfrm>
            <a:off x="1382151" y="1971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31" name="テキスト プレースホルダー 3">
            <a:extLst>
              <a:ext uri="{FF2B5EF4-FFF2-40B4-BE49-F238E27FC236}">
                <a16:creationId xmlns:a16="http://schemas.microsoft.com/office/drawing/2014/main" id="{0906157A-D779-88A4-28CE-DA5E8F98B40F}"/>
              </a:ext>
            </a:extLst>
          </p:cNvPr>
          <p:cNvSpPr txBox="1">
            <a:spLocks/>
          </p:cNvSpPr>
          <p:nvPr/>
        </p:nvSpPr>
        <p:spPr>
          <a:xfrm>
            <a:off x="3367741" y="3169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長谷部誠</a:t>
            </a:r>
          </a:p>
        </p:txBody>
      </p:sp>
      <p:sp>
        <p:nvSpPr>
          <p:cNvPr id="33" name="正方形/長方形 32">
            <a:extLst>
              <a:ext uri="{FF2B5EF4-FFF2-40B4-BE49-F238E27FC236}">
                <a16:creationId xmlns:a16="http://schemas.microsoft.com/office/drawing/2014/main" id="{369CFD13-06F7-8772-5246-BFDDF79A9AE2}"/>
              </a:ext>
            </a:extLst>
          </p:cNvPr>
          <p:cNvSpPr/>
          <p:nvPr/>
        </p:nvSpPr>
        <p:spPr>
          <a:xfrm>
            <a:off x="3369701" y="1971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36" name="テキスト プレースホルダー 3">
            <a:extLst>
              <a:ext uri="{FF2B5EF4-FFF2-40B4-BE49-F238E27FC236}">
                <a16:creationId xmlns:a16="http://schemas.microsoft.com/office/drawing/2014/main" id="{DCE33D4B-D09C-A575-6BB3-2B6112A8EC4E}"/>
              </a:ext>
            </a:extLst>
          </p:cNvPr>
          <p:cNvSpPr txBox="1">
            <a:spLocks/>
          </p:cNvSpPr>
          <p:nvPr/>
        </p:nvSpPr>
        <p:spPr>
          <a:xfrm>
            <a:off x="5355291" y="3169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田中みな実</a:t>
            </a:r>
          </a:p>
        </p:txBody>
      </p:sp>
      <p:sp>
        <p:nvSpPr>
          <p:cNvPr id="38" name="正方形/長方形 37">
            <a:extLst>
              <a:ext uri="{FF2B5EF4-FFF2-40B4-BE49-F238E27FC236}">
                <a16:creationId xmlns:a16="http://schemas.microsoft.com/office/drawing/2014/main" id="{08162F91-4F9D-D27C-F046-DD003FDBBC28}"/>
              </a:ext>
            </a:extLst>
          </p:cNvPr>
          <p:cNvSpPr/>
          <p:nvPr/>
        </p:nvSpPr>
        <p:spPr>
          <a:xfrm>
            <a:off x="5357251" y="1971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41" name="テキスト プレースホルダー 3">
            <a:extLst>
              <a:ext uri="{FF2B5EF4-FFF2-40B4-BE49-F238E27FC236}">
                <a16:creationId xmlns:a16="http://schemas.microsoft.com/office/drawing/2014/main" id="{229A35C5-A803-6407-6DF5-59C992445B68}"/>
              </a:ext>
            </a:extLst>
          </p:cNvPr>
          <p:cNvSpPr txBox="1">
            <a:spLocks/>
          </p:cNvSpPr>
          <p:nvPr/>
        </p:nvSpPr>
        <p:spPr>
          <a:xfrm>
            <a:off x="7342841" y="3169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本田圭佑</a:t>
            </a:r>
          </a:p>
        </p:txBody>
      </p:sp>
      <p:sp>
        <p:nvSpPr>
          <p:cNvPr id="43" name="正方形/長方形 42">
            <a:extLst>
              <a:ext uri="{FF2B5EF4-FFF2-40B4-BE49-F238E27FC236}">
                <a16:creationId xmlns:a16="http://schemas.microsoft.com/office/drawing/2014/main" id="{72531EA9-936A-D1CF-0A8A-D865991DE406}"/>
              </a:ext>
            </a:extLst>
          </p:cNvPr>
          <p:cNvSpPr/>
          <p:nvPr/>
        </p:nvSpPr>
        <p:spPr>
          <a:xfrm>
            <a:off x="7344801" y="1971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46" name="テキスト プレースホルダー 3">
            <a:extLst>
              <a:ext uri="{FF2B5EF4-FFF2-40B4-BE49-F238E27FC236}">
                <a16:creationId xmlns:a16="http://schemas.microsoft.com/office/drawing/2014/main" id="{E2BE7DC4-FE47-3188-2079-B7BCDCA1FB7C}"/>
              </a:ext>
            </a:extLst>
          </p:cNvPr>
          <p:cNvSpPr txBox="1">
            <a:spLocks/>
          </p:cNvSpPr>
          <p:nvPr/>
        </p:nvSpPr>
        <p:spPr>
          <a:xfrm>
            <a:off x="9330391" y="3169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渡辺直美</a:t>
            </a:r>
          </a:p>
        </p:txBody>
      </p:sp>
      <p:sp>
        <p:nvSpPr>
          <p:cNvPr id="48" name="正方形/長方形 47">
            <a:extLst>
              <a:ext uri="{FF2B5EF4-FFF2-40B4-BE49-F238E27FC236}">
                <a16:creationId xmlns:a16="http://schemas.microsoft.com/office/drawing/2014/main" id="{089A3CEA-4DF3-CC55-3E0E-5DA9ACC079D0}"/>
              </a:ext>
            </a:extLst>
          </p:cNvPr>
          <p:cNvSpPr/>
          <p:nvPr/>
        </p:nvSpPr>
        <p:spPr>
          <a:xfrm>
            <a:off x="9332351" y="1971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51" name="テキスト プレースホルダー 3">
            <a:extLst>
              <a:ext uri="{FF2B5EF4-FFF2-40B4-BE49-F238E27FC236}">
                <a16:creationId xmlns:a16="http://schemas.microsoft.com/office/drawing/2014/main" id="{6CEEFF91-D8EB-DE3E-32AF-20DA5874F959}"/>
              </a:ext>
            </a:extLst>
          </p:cNvPr>
          <p:cNvSpPr txBox="1">
            <a:spLocks/>
          </p:cNvSpPr>
          <p:nvPr/>
        </p:nvSpPr>
        <p:spPr>
          <a:xfrm>
            <a:off x="1380191" y="4947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中田敦彦</a:t>
            </a:r>
          </a:p>
        </p:txBody>
      </p:sp>
      <p:sp>
        <p:nvSpPr>
          <p:cNvPr id="53" name="正方形/長方形 52">
            <a:extLst>
              <a:ext uri="{FF2B5EF4-FFF2-40B4-BE49-F238E27FC236}">
                <a16:creationId xmlns:a16="http://schemas.microsoft.com/office/drawing/2014/main" id="{E4AFBD2D-E213-10CB-6590-B7E8F596D306}"/>
              </a:ext>
            </a:extLst>
          </p:cNvPr>
          <p:cNvSpPr/>
          <p:nvPr/>
        </p:nvSpPr>
        <p:spPr>
          <a:xfrm>
            <a:off x="1382151" y="3749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56" name="テキスト プレースホルダー 3">
            <a:extLst>
              <a:ext uri="{FF2B5EF4-FFF2-40B4-BE49-F238E27FC236}">
                <a16:creationId xmlns:a16="http://schemas.microsoft.com/office/drawing/2014/main" id="{0E6FFD42-169D-421C-9957-9F67ADF8FBEE}"/>
              </a:ext>
            </a:extLst>
          </p:cNvPr>
          <p:cNvSpPr txBox="1">
            <a:spLocks/>
          </p:cNvSpPr>
          <p:nvPr/>
        </p:nvSpPr>
        <p:spPr>
          <a:xfrm>
            <a:off x="3367741" y="4947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 岡田祥吾</a:t>
            </a:r>
          </a:p>
        </p:txBody>
      </p:sp>
      <p:sp>
        <p:nvSpPr>
          <p:cNvPr id="58" name="正方形/長方形 57">
            <a:extLst>
              <a:ext uri="{FF2B5EF4-FFF2-40B4-BE49-F238E27FC236}">
                <a16:creationId xmlns:a16="http://schemas.microsoft.com/office/drawing/2014/main" id="{EB852F7B-3469-5A8C-C4D2-504AA1EF1B66}"/>
              </a:ext>
            </a:extLst>
          </p:cNvPr>
          <p:cNvSpPr/>
          <p:nvPr/>
        </p:nvSpPr>
        <p:spPr>
          <a:xfrm>
            <a:off x="3369701" y="3749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61" name="テキスト プレースホルダー 3">
            <a:extLst>
              <a:ext uri="{FF2B5EF4-FFF2-40B4-BE49-F238E27FC236}">
                <a16:creationId xmlns:a16="http://schemas.microsoft.com/office/drawing/2014/main" id="{5CBF0611-9F94-B3AA-C261-EB53087A6303}"/>
              </a:ext>
            </a:extLst>
          </p:cNvPr>
          <p:cNvSpPr txBox="1">
            <a:spLocks/>
          </p:cNvSpPr>
          <p:nvPr/>
        </p:nvSpPr>
        <p:spPr>
          <a:xfrm>
            <a:off x="5355291" y="4947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秋元里奈</a:t>
            </a:r>
          </a:p>
        </p:txBody>
      </p:sp>
      <p:sp>
        <p:nvSpPr>
          <p:cNvPr id="63" name="正方形/長方形 62">
            <a:extLst>
              <a:ext uri="{FF2B5EF4-FFF2-40B4-BE49-F238E27FC236}">
                <a16:creationId xmlns:a16="http://schemas.microsoft.com/office/drawing/2014/main" id="{D40C6B64-1636-E7C6-EA0C-2DDB98CFD539}"/>
              </a:ext>
            </a:extLst>
          </p:cNvPr>
          <p:cNvSpPr/>
          <p:nvPr/>
        </p:nvSpPr>
        <p:spPr>
          <a:xfrm>
            <a:off x="5357251" y="3749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66" name="テキスト プレースホルダー 3">
            <a:extLst>
              <a:ext uri="{FF2B5EF4-FFF2-40B4-BE49-F238E27FC236}">
                <a16:creationId xmlns:a16="http://schemas.microsoft.com/office/drawing/2014/main" id="{707CF0EC-1A06-5D81-EC4C-567EC36FC713}"/>
              </a:ext>
            </a:extLst>
          </p:cNvPr>
          <p:cNvSpPr txBox="1">
            <a:spLocks/>
          </p:cNvSpPr>
          <p:nvPr/>
        </p:nvSpPr>
        <p:spPr>
          <a:xfrm>
            <a:off x="7342841" y="4947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瀧口浩平</a:t>
            </a:r>
          </a:p>
        </p:txBody>
      </p:sp>
      <p:sp>
        <p:nvSpPr>
          <p:cNvPr id="68" name="正方形/長方形 67">
            <a:extLst>
              <a:ext uri="{FF2B5EF4-FFF2-40B4-BE49-F238E27FC236}">
                <a16:creationId xmlns:a16="http://schemas.microsoft.com/office/drawing/2014/main" id="{F7E90543-F71A-4265-C231-30662943AAF5}"/>
              </a:ext>
            </a:extLst>
          </p:cNvPr>
          <p:cNvSpPr/>
          <p:nvPr/>
        </p:nvSpPr>
        <p:spPr>
          <a:xfrm>
            <a:off x="7344801" y="3749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71" name="テキスト プレースホルダー 3">
            <a:extLst>
              <a:ext uri="{FF2B5EF4-FFF2-40B4-BE49-F238E27FC236}">
                <a16:creationId xmlns:a16="http://schemas.microsoft.com/office/drawing/2014/main" id="{74DF2A73-DBB2-2E10-6B31-14BE9D41D85B}"/>
              </a:ext>
            </a:extLst>
          </p:cNvPr>
          <p:cNvSpPr txBox="1">
            <a:spLocks/>
          </p:cNvSpPr>
          <p:nvPr/>
        </p:nvSpPr>
        <p:spPr>
          <a:xfrm>
            <a:off x="9330391" y="4947593"/>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600" b="1" spc="0" dirty="0">
                <a:latin typeface="+mn-ea"/>
                <a:ea typeface="+mn-ea"/>
              </a:rPr>
              <a:t>鶴岡裕太</a:t>
            </a:r>
          </a:p>
        </p:txBody>
      </p:sp>
      <p:sp>
        <p:nvSpPr>
          <p:cNvPr id="73" name="正方形/長方形 72">
            <a:extLst>
              <a:ext uri="{FF2B5EF4-FFF2-40B4-BE49-F238E27FC236}">
                <a16:creationId xmlns:a16="http://schemas.microsoft.com/office/drawing/2014/main" id="{D4B6CA8B-23AE-0BC3-28F2-152A94B6627F}"/>
              </a:ext>
            </a:extLst>
          </p:cNvPr>
          <p:cNvSpPr/>
          <p:nvPr/>
        </p:nvSpPr>
        <p:spPr>
          <a:xfrm>
            <a:off x="9332351" y="3749945"/>
            <a:ext cx="1080000" cy="108000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n-ea"/>
            </a:endParaRPr>
          </a:p>
        </p:txBody>
      </p:sp>
      <p:sp>
        <p:nvSpPr>
          <p:cNvPr id="75" name="テキスト プレースホルダー 3">
            <a:extLst>
              <a:ext uri="{FF2B5EF4-FFF2-40B4-BE49-F238E27FC236}">
                <a16:creationId xmlns:a16="http://schemas.microsoft.com/office/drawing/2014/main" id="{9AC79DCC-89C2-6566-D6B4-4CED39F580D6}"/>
              </a:ext>
            </a:extLst>
          </p:cNvPr>
          <p:cNvSpPr txBox="1">
            <a:spLocks/>
          </p:cNvSpPr>
          <p:nvPr/>
        </p:nvSpPr>
        <p:spPr>
          <a:xfrm>
            <a:off x="3367741" y="5184757"/>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050" spc="0" dirty="0">
                <a:latin typeface="+mn-ea"/>
                <a:ea typeface="+mn-ea"/>
              </a:rPr>
              <a:t>プログリット社長</a:t>
            </a:r>
          </a:p>
        </p:txBody>
      </p:sp>
      <p:sp>
        <p:nvSpPr>
          <p:cNvPr id="76" name="テキスト プレースホルダー 3">
            <a:extLst>
              <a:ext uri="{FF2B5EF4-FFF2-40B4-BE49-F238E27FC236}">
                <a16:creationId xmlns:a16="http://schemas.microsoft.com/office/drawing/2014/main" id="{505BD02A-5A92-FBEB-A3AA-24B374F2535F}"/>
              </a:ext>
            </a:extLst>
          </p:cNvPr>
          <p:cNvSpPr txBox="1">
            <a:spLocks/>
          </p:cNvSpPr>
          <p:nvPr/>
        </p:nvSpPr>
        <p:spPr>
          <a:xfrm>
            <a:off x="5355291" y="5184757"/>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050" spc="0" dirty="0">
                <a:latin typeface="+mn-ea"/>
                <a:ea typeface="+mn-ea"/>
              </a:rPr>
              <a:t>食べチョク代表</a:t>
            </a:r>
          </a:p>
        </p:txBody>
      </p:sp>
      <p:sp>
        <p:nvSpPr>
          <p:cNvPr id="77" name="テキスト プレースホルダー 3">
            <a:extLst>
              <a:ext uri="{FF2B5EF4-FFF2-40B4-BE49-F238E27FC236}">
                <a16:creationId xmlns:a16="http://schemas.microsoft.com/office/drawing/2014/main" id="{30BE1DEE-F295-F95F-DDB9-3488E733B36A}"/>
              </a:ext>
            </a:extLst>
          </p:cNvPr>
          <p:cNvSpPr txBox="1">
            <a:spLocks/>
          </p:cNvSpPr>
          <p:nvPr/>
        </p:nvSpPr>
        <p:spPr>
          <a:xfrm>
            <a:off x="7342841" y="5184757"/>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ja-JP" altLang="en-US" sz="1050" spc="0" dirty="0">
                <a:latin typeface="+mn-ea"/>
                <a:ea typeface="+mn-ea"/>
              </a:rPr>
              <a:t>メドレー創業者</a:t>
            </a:r>
            <a:r>
              <a:rPr lang="en-US" altLang="ja-JP" sz="1050" spc="0" dirty="0">
                <a:latin typeface="+mn-ea"/>
                <a:ea typeface="+mn-ea"/>
              </a:rPr>
              <a:t>/</a:t>
            </a:r>
            <a:r>
              <a:rPr lang="ja-JP" altLang="en-US" sz="1050" spc="0" dirty="0">
                <a:latin typeface="+mn-ea"/>
                <a:ea typeface="+mn-ea"/>
              </a:rPr>
              <a:t>社長</a:t>
            </a:r>
          </a:p>
        </p:txBody>
      </p:sp>
      <p:sp>
        <p:nvSpPr>
          <p:cNvPr id="78" name="テキスト プレースホルダー 3">
            <a:extLst>
              <a:ext uri="{FF2B5EF4-FFF2-40B4-BE49-F238E27FC236}">
                <a16:creationId xmlns:a16="http://schemas.microsoft.com/office/drawing/2014/main" id="{26C505B2-ADC7-A0D1-90A0-4E026B88D30F}"/>
              </a:ext>
            </a:extLst>
          </p:cNvPr>
          <p:cNvSpPr txBox="1">
            <a:spLocks/>
          </p:cNvSpPr>
          <p:nvPr/>
        </p:nvSpPr>
        <p:spPr>
          <a:xfrm>
            <a:off x="9330391" y="5184757"/>
            <a:ext cx="1331912" cy="276341"/>
          </a:xfrm>
          <a:prstGeom prst="rect">
            <a:avLst/>
          </a:prstGeom>
        </p:spPr>
        <p:txBody>
          <a:bodyPr wrap="square" lIns="0" tIns="0" rIns="0" bIns="0" anchor="ctr">
            <a:noAutofit/>
          </a:bodyPr>
          <a:lstStyle>
            <a:lvl1pPr marL="0" indent="0" algn="ctr" defTabSz="914400" rtl="0" eaLnBrk="1" latinLnBrk="0" hangingPunct="1">
              <a:lnSpc>
                <a:spcPct val="130000"/>
              </a:lnSpc>
              <a:spcBef>
                <a:spcPts val="0"/>
              </a:spcBef>
              <a:buFont typeface="Arial" panose="020B0604020202020204" pitchFamily="34" charset="0"/>
              <a:buNone/>
              <a:defRPr kumimoji="1" sz="2000" b="0" kern="1200" spc="120" baseline="0">
                <a:solidFill>
                  <a:schemeClr val="tx1"/>
                </a:solidFill>
                <a:latin typeface="Noto Sans JP" panose="020B0500000000000000" pitchFamily="34" charset="-128"/>
                <a:ea typeface="Noto Sans JP"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r>
              <a:rPr lang="en-US" altLang="ja-JP" sz="1050" spc="0" dirty="0">
                <a:latin typeface="+mn-ea"/>
                <a:ea typeface="+mn-ea"/>
              </a:rPr>
              <a:t>BASE</a:t>
            </a:r>
            <a:r>
              <a:rPr lang="ja-JP" altLang="en-US" sz="1050" spc="0" dirty="0">
                <a:latin typeface="+mn-ea"/>
                <a:ea typeface="+mn-ea"/>
              </a:rPr>
              <a:t>創業者</a:t>
            </a:r>
            <a:r>
              <a:rPr lang="en-US" altLang="ja-JP" sz="1050" spc="0" dirty="0">
                <a:latin typeface="+mn-ea"/>
                <a:ea typeface="+mn-ea"/>
              </a:rPr>
              <a:t>/</a:t>
            </a:r>
            <a:r>
              <a:rPr lang="ja-JP" altLang="en-US" sz="1050" spc="0" dirty="0">
                <a:latin typeface="+mn-ea"/>
                <a:ea typeface="+mn-ea"/>
              </a:rPr>
              <a:t>社長</a:t>
            </a:r>
          </a:p>
        </p:txBody>
      </p:sp>
      <p:sp>
        <p:nvSpPr>
          <p:cNvPr id="80" name="テキスト ボックス 79">
            <a:extLst>
              <a:ext uri="{FF2B5EF4-FFF2-40B4-BE49-F238E27FC236}">
                <a16:creationId xmlns:a16="http://schemas.microsoft.com/office/drawing/2014/main" id="{821794CB-55AD-0F6A-42C2-5BA07A47108A}"/>
              </a:ext>
            </a:extLst>
          </p:cNvPr>
          <p:cNvSpPr txBox="1"/>
          <p:nvPr/>
        </p:nvSpPr>
        <p:spPr>
          <a:xfrm>
            <a:off x="1057941" y="5698262"/>
            <a:ext cx="10076117" cy="523220"/>
          </a:xfrm>
          <a:prstGeom prst="rect">
            <a:avLst/>
          </a:prstGeom>
          <a:noFill/>
        </p:spPr>
        <p:txBody>
          <a:bodyPr wrap="square">
            <a:spAutoFit/>
          </a:bodyPr>
          <a:lstStyle/>
          <a:p>
            <a:pPr marL="0" marR="0" lvl="0" indent="0" algn="l" rtl="0">
              <a:spcBef>
                <a:spcPts val="0"/>
              </a:spcBef>
              <a:spcAft>
                <a:spcPts val="0"/>
              </a:spcAft>
              <a:buNone/>
            </a:pPr>
            <a:r>
              <a:rPr lang="ja-JP" altLang="en-US" sz="1400" dirty="0">
                <a:solidFill>
                  <a:schemeClr val="dk1"/>
                </a:solidFill>
                <a:latin typeface="+mn-ea"/>
                <a:ea typeface="+mn-ea"/>
                <a:sym typeface="Arial"/>
              </a:rPr>
              <a:t>その</a:t>
            </a:r>
            <a:r>
              <a:rPr lang="ja-JP" altLang="en-US" dirty="0">
                <a:solidFill>
                  <a:schemeClr val="dk1"/>
                </a:solidFill>
                <a:latin typeface="+mn-ea"/>
                <a:ea typeface="+mn-ea"/>
              </a:rPr>
              <a:t>他、</a:t>
            </a:r>
            <a:r>
              <a:rPr lang="en-US" altLang="ja-JP" sz="1400" dirty="0">
                <a:solidFill>
                  <a:schemeClr val="dk1"/>
                </a:solidFill>
                <a:latin typeface="+mn-ea"/>
                <a:ea typeface="+mn-ea"/>
                <a:sym typeface="Arial"/>
              </a:rPr>
              <a:t>Google 30</a:t>
            </a:r>
            <a:r>
              <a:rPr lang="ja-JP" altLang="en-US" sz="1400" dirty="0">
                <a:solidFill>
                  <a:schemeClr val="dk1"/>
                </a:solidFill>
                <a:latin typeface="+mn-ea"/>
                <a:ea typeface="+mn-ea"/>
                <a:sym typeface="Arial"/>
              </a:rPr>
              <a:t>代トップエンジニア　電通</a:t>
            </a:r>
            <a:r>
              <a:rPr lang="en-US" altLang="ja-JP" sz="1400" dirty="0">
                <a:solidFill>
                  <a:schemeClr val="dk1"/>
                </a:solidFill>
                <a:latin typeface="+mn-ea"/>
                <a:ea typeface="+mn-ea"/>
                <a:sym typeface="Arial"/>
              </a:rPr>
              <a:t>30</a:t>
            </a:r>
            <a:r>
              <a:rPr lang="ja-JP" altLang="en-US" sz="1400" dirty="0">
                <a:solidFill>
                  <a:schemeClr val="dk1"/>
                </a:solidFill>
                <a:latin typeface="+mn-ea"/>
                <a:ea typeface="+mn-ea"/>
                <a:sym typeface="Arial"/>
              </a:rPr>
              <a:t>代トップクリエイター　サイバーエージェント　</a:t>
            </a:r>
            <a:r>
              <a:rPr lang="en-US" altLang="ja-JP" sz="1400" dirty="0">
                <a:solidFill>
                  <a:schemeClr val="dk1"/>
                </a:solidFill>
                <a:latin typeface="+mn-ea"/>
                <a:ea typeface="+mn-ea"/>
                <a:sym typeface="Arial"/>
              </a:rPr>
              <a:t>30</a:t>
            </a:r>
            <a:r>
              <a:rPr lang="ja-JP" altLang="en-US" sz="1400" dirty="0">
                <a:solidFill>
                  <a:schemeClr val="dk1"/>
                </a:solidFill>
                <a:latin typeface="+mn-ea"/>
                <a:ea typeface="+mn-ea"/>
                <a:sym typeface="Arial"/>
              </a:rPr>
              <a:t>代子会社社長</a:t>
            </a:r>
          </a:p>
          <a:p>
            <a:pPr marL="0" marR="0" lvl="0" indent="0" algn="l" rtl="0">
              <a:spcBef>
                <a:spcPts val="0"/>
              </a:spcBef>
              <a:spcAft>
                <a:spcPts val="0"/>
              </a:spcAft>
              <a:buNone/>
            </a:pPr>
            <a:r>
              <a:rPr lang="ja-JP" altLang="en-US" dirty="0">
                <a:solidFill>
                  <a:schemeClr val="dk1"/>
                </a:solidFill>
                <a:latin typeface="+mn-ea"/>
                <a:ea typeface="+mn-ea"/>
              </a:rPr>
              <a:t>アスリート、エンターテイナー、起業</a:t>
            </a:r>
            <a:r>
              <a:rPr lang="en-US" altLang="ja-JP" dirty="0">
                <a:solidFill>
                  <a:schemeClr val="dk1"/>
                </a:solidFill>
                <a:latin typeface="+mn-ea"/>
                <a:ea typeface="+mn-ea"/>
              </a:rPr>
              <a:t>…</a:t>
            </a:r>
            <a:r>
              <a:rPr lang="en-US" altLang="ja-JP" dirty="0" err="1">
                <a:solidFill>
                  <a:schemeClr val="dk1"/>
                </a:solidFill>
                <a:latin typeface="+mn-ea"/>
                <a:ea typeface="+mn-ea"/>
              </a:rPr>
              <a:t>etc</a:t>
            </a:r>
            <a:endParaRPr lang="ja-JP" altLang="en-US" dirty="0">
              <a:latin typeface="+mn-ea"/>
              <a:ea typeface="+mn-ea"/>
            </a:endParaRPr>
          </a:p>
        </p:txBody>
      </p:sp>
      <p:sp>
        <p:nvSpPr>
          <p:cNvPr id="82" name="四角形: 角を丸くする 81">
            <a:extLst>
              <a:ext uri="{FF2B5EF4-FFF2-40B4-BE49-F238E27FC236}">
                <a16:creationId xmlns:a16="http://schemas.microsoft.com/office/drawing/2014/main" id="{9AE7CA54-A1E4-E9A0-23AE-C3E37C79BA68}"/>
              </a:ext>
            </a:extLst>
          </p:cNvPr>
          <p:cNvSpPr/>
          <p:nvPr/>
        </p:nvSpPr>
        <p:spPr>
          <a:xfrm>
            <a:off x="2168510" y="1792899"/>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49</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85" name="四角形: 角を丸くする 84">
            <a:extLst>
              <a:ext uri="{FF2B5EF4-FFF2-40B4-BE49-F238E27FC236}">
                <a16:creationId xmlns:a16="http://schemas.microsoft.com/office/drawing/2014/main" id="{C211E1A4-97B7-DF5F-0B38-1BDDA5B2F1F8}"/>
              </a:ext>
            </a:extLst>
          </p:cNvPr>
          <p:cNvSpPr/>
          <p:nvPr/>
        </p:nvSpPr>
        <p:spPr>
          <a:xfrm>
            <a:off x="4147154" y="1792899"/>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38</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86" name="四角形: 角を丸くする 85">
            <a:extLst>
              <a:ext uri="{FF2B5EF4-FFF2-40B4-BE49-F238E27FC236}">
                <a16:creationId xmlns:a16="http://schemas.microsoft.com/office/drawing/2014/main" id="{2B7A876E-CD20-A69B-000E-60E25F1C5E48}"/>
              </a:ext>
            </a:extLst>
          </p:cNvPr>
          <p:cNvSpPr/>
          <p:nvPr/>
        </p:nvSpPr>
        <p:spPr>
          <a:xfrm>
            <a:off x="6125798" y="1792899"/>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35</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87" name="四角形: 角を丸くする 86">
            <a:extLst>
              <a:ext uri="{FF2B5EF4-FFF2-40B4-BE49-F238E27FC236}">
                <a16:creationId xmlns:a16="http://schemas.microsoft.com/office/drawing/2014/main" id="{AC714971-4CC6-2C0E-2581-2C67F63D069F}"/>
              </a:ext>
            </a:extLst>
          </p:cNvPr>
          <p:cNvSpPr/>
          <p:nvPr/>
        </p:nvSpPr>
        <p:spPr>
          <a:xfrm>
            <a:off x="8104442" y="1792899"/>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36</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88" name="四角形: 角を丸くする 87">
            <a:extLst>
              <a:ext uri="{FF2B5EF4-FFF2-40B4-BE49-F238E27FC236}">
                <a16:creationId xmlns:a16="http://schemas.microsoft.com/office/drawing/2014/main" id="{A75F52FE-5495-323C-7CFB-ED1BB58B5863}"/>
              </a:ext>
            </a:extLst>
          </p:cNvPr>
          <p:cNvSpPr/>
          <p:nvPr/>
        </p:nvSpPr>
        <p:spPr>
          <a:xfrm>
            <a:off x="10083085" y="1792899"/>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35</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89" name="四角形: 角を丸くする 88">
            <a:extLst>
              <a:ext uri="{FF2B5EF4-FFF2-40B4-BE49-F238E27FC236}">
                <a16:creationId xmlns:a16="http://schemas.microsoft.com/office/drawing/2014/main" id="{CF212011-1066-A3D2-C305-20F2B16E0D3F}"/>
              </a:ext>
            </a:extLst>
          </p:cNvPr>
          <p:cNvSpPr/>
          <p:nvPr/>
        </p:nvSpPr>
        <p:spPr>
          <a:xfrm>
            <a:off x="2168510" y="3539093"/>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40</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90" name="四角形: 角を丸くする 89">
            <a:extLst>
              <a:ext uri="{FF2B5EF4-FFF2-40B4-BE49-F238E27FC236}">
                <a16:creationId xmlns:a16="http://schemas.microsoft.com/office/drawing/2014/main" id="{3FB668FF-951C-900F-DA90-544DB0DCAB0A}"/>
              </a:ext>
            </a:extLst>
          </p:cNvPr>
          <p:cNvSpPr/>
          <p:nvPr/>
        </p:nvSpPr>
        <p:spPr>
          <a:xfrm>
            <a:off x="4147154" y="3539093"/>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31</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91" name="四角形: 角を丸くする 90">
            <a:extLst>
              <a:ext uri="{FF2B5EF4-FFF2-40B4-BE49-F238E27FC236}">
                <a16:creationId xmlns:a16="http://schemas.microsoft.com/office/drawing/2014/main" id="{A6A04D8B-C4A1-F8C2-E5F9-FDF8E066EAC5}"/>
              </a:ext>
            </a:extLst>
          </p:cNvPr>
          <p:cNvSpPr/>
          <p:nvPr/>
        </p:nvSpPr>
        <p:spPr>
          <a:xfrm>
            <a:off x="6125798" y="3539093"/>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31</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92" name="四角形: 角を丸くする 91">
            <a:extLst>
              <a:ext uri="{FF2B5EF4-FFF2-40B4-BE49-F238E27FC236}">
                <a16:creationId xmlns:a16="http://schemas.microsoft.com/office/drawing/2014/main" id="{70C43233-6111-36EF-3DF9-4AFD0073B820}"/>
              </a:ext>
            </a:extLst>
          </p:cNvPr>
          <p:cNvSpPr/>
          <p:nvPr/>
        </p:nvSpPr>
        <p:spPr>
          <a:xfrm>
            <a:off x="8104442" y="3539093"/>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38</a:t>
            </a:r>
            <a:r>
              <a:rPr kumimoji="1" lang="ja-JP" altLang="en-US" sz="1600" b="1" spc="110" dirty="0">
                <a:solidFill>
                  <a:schemeClr val="bg1"/>
                </a:solidFill>
              </a:rPr>
              <a:t>歳</a:t>
            </a:r>
            <a:endParaRPr kumimoji="1" lang="ja-JP" altLang="en-US" sz="2000" b="1" spc="110" dirty="0">
              <a:solidFill>
                <a:schemeClr val="bg1"/>
              </a:solidFill>
            </a:endParaRPr>
          </a:p>
        </p:txBody>
      </p:sp>
      <p:sp>
        <p:nvSpPr>
          <p:cNvPr id="93" name="四角形: 角を丸くする 92">
            <a:extLst>
              <a:ext uri="{FF2B5EF4-FFF2-40B4-BE49-F238E27FC236}">
                <a16:creationId xmlns:a16="http://schemas.microsoft.com/office/drawing/2014/main" id="{139EA619-968E-E563-36E1-8B3F15577B6D}"/>
              </a:ext>
            </a:extLst>
          </p:cNvPr>
          <p:cNvSpPr/>
          <p:nvPr/>
        </p:nvSpPr>
        <p:spPr>
          <a:xfrm>
            <a:off x="10083085" y="3539093"/>
            <a:ext cx="634782" cy="633887"/>
          </a:xfrm>
          <a:prstGeom prst="roundRect">
            <a:avLst>
              <a:gd name="adj" fmla="val 50000"/>
            </a:avLst>
          </a:prstGeom>
          <a:gradFill>
            <a:gsLst>
              <a:gs pos="0">
                <a:schemeClr val="accent1"/>
              </a:gs>
              <a:gs pos="100000">
                <a:schemeClr val="accent2"/>
              </a:gs>
            </a:gsLst>
            <a:lin ang="2700000" scaled="0"/>
          </a:gradFill>
          <a:ln>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10000"/>
              </a:lnSpc>
            </a:pPr>
            <a:r>
              <a:rPr kumimoji="1" lang="en-US" altLang="ja-JP" sz="2000" b="1" spc="110" dirty="0">
                <a:solidFill>
                  <a:schemeClr val="bg1"/>
                </a:solidFill>
              </a:rPr>
              <a:t>32</a:t>
            </a:r>
            <a:r>
              <a:rPr kumimoji="1" lang="ja-JP" altLang="en-US" sz="1600" b="1" spc="110" dirty="0">
                <a:solidFill>
                  <a:schemeClr val="bg1"/>
                </a:solidFill>
              </a:rPr>
              <a:t>歳</a:t>
            </a:r>
            <a:endParaRPr kumimoji="1" lang="ja-JP" altLang="en-US" sz="2000" b="1" spc="110" dirty="0">
              <a:solidFill>
                <a:schemeClr val="bg1"/>
              </a:solidFill>
            </a:endParaRPr>
          </a:p>
        </p:txBody>
      </p:sp>
    </p:spTree>
    <p:extLst>
      <p:ext uri="{BB962C8B-B14F-4D97-AF65-F5344CB8AC3E}">
        <p14:creationId xmlns:p14="http://schemas.microsoft.com/office/powerpoint/2010/main" val="2712608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0D63DC9-4192-9A91-8AC8-6A1F3E5F054B}"/>
              </a:ext>
            </a:extLst>
          </p:cNvPr>
          <p:cNvSpPr txBox="1"/>
          <p:nvPr/>
        </p:nvSpPr>
        <p:spPr>
          <a:xfrm>
            <a:off x="3970923" y="3059668"/>
            <a:ext cx="5666936" cy="738664"/>
          </a:xfrm>
          <a:prstGeom prst="rect">
            <a:avLst/>
          </a:prstGeom>
          <a:noFill/>
        </p:spPr>
        <p:txBody>
          <a:bodyPr wrap="none" lIns="0" tIns="0" rIns="0" bIns="0" anchor="ctr">
            <a:spAutoFit/>
          </a:bodyPr>
          <a:lstStyle/>
          <a:p>
            <a:pPr>
              <a:buClr>
                <a:schemeClr val="bg1"/>
              </a:buClr>
            </a:pPr>
            <a:r>
              <a:rPr lang="ja-JP" altLang="en-US" sz="4800" b="1" spc="110" dirty="0">
                <a:solidFill>
                  <a:schemeClr val="bg1"/>
                </a:solidFill>
                <a:latin typeface="+mn-ea"/>
                <a:ea typeface="+mn-ea"/>
              </a:rPr>
              <a:t>ご出演依頼について</a:t>
            </a:r>
            <a:endParaRPr lang="en-US" altLang="ja-JP" sz="4800" b="1" spc="110" dirty="0">
              <a:solidFill>
                <a:schemeClr val="bg1"/>
              </a:solidFill>
              <a:latin typeface="+mn-ea"/>
              <a:ea typeface="+mn-ea"/>
            </a:endParaRPr>
          </a:p>
        </p:txBody>
      </p:sp>
      <p:sp>
        <p:nvSpPr>
          <p:cNvPr id="7" name="テキスト ボックス 6">
            <a:extLst>
              <a:ext uri="{FF2B5EF4-FFF2-40B4-BE49-F238E27FC236}">
                <a16:creationId xmlns:a16="http://schemas.microsoft.com/office/drawing/2014/main" id="{0C5B8A6C-8532-E885-3D7F-8CA0D662847E}"/>
              </a:ext>
            </a:extLst>
          </p:cNvPr>
          <p:cNvSpPr txBox="1"/>
          <p:nvPr/>
        </p:nvSpPr>
        <p:spPr>
          <a:xfrm>
            <a:off x="-685614" y="1220703"/>
            <a:ext cx="4334520" cy="4416594"/>
          </a:xfrm>
          <a:prstGeom prst="rect">
            <a:avLst/>
          </a:prstGeom>
          <a:noFill/>
        </p:spPr>
        <p:txBody>
          <a:bodyPr wrap="none" lIns="0" tIns="0" rIns="0" bIns="0">
            <a:spAutoFit/>
          </a:bodyPr>
          <a:lstStyle/>
          <a:p>
            <a:pPr>
              <a:buClr>
                <a:schemeClr val="bg1"/>
              </a:buClr>
            </a:pPr>
            <a:r>
              <a:rPr lang="en-US" altLang="ja-JP" sz="28700" b="1" dirty="0">
                <a:solidFill>
                  <a:schemeClr val="bg1">
                    <a:alpha val="30000"/>
                  </a:schemeClr>
                </a:solidFill>
                <a:latin typeface="+mn-ea"/>
                <a:ea typeface="+mn-ea"/>
              </a:rPr>
              <a:t>02</a:t>
            </a:r>
          </a:p>
        </p:txBody>
      </p:sp>
    </p:spTree>
    <p:extLst>
      <p:ext uri="{BB962C8B-B14F-4D97-AF65-F5344CB8AC3E}">
        <p14:creationId xmlns:p14="http://schemas.microsoft.com/office/powerpoint/2010/main" val="890421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15594A6-C7E1-33D9-9510-728E0864CA75}"/>
              </a:ext>
            </a:extLst>
          </p:cNvPr>
          <p:cNvSpPr>
            <a:spLocks noGrp="1"/>
          </p:cNvSpPr>
          <p:nvPr>
            <p:ph type="body" sz="quarter" idx="11"/>
          </p:nvPr>
        </p:nvSpPr>
        <p:spPr/>
        <p:txBody>
          <a:bodyPr/>
          <a:lstStyle/>
          <a:p>
            <a:r>
              <a:rPr lang="ja-JP" altLang="en-US" dirty="0">
                <a:latin typeface="+mn-ea"/>
                <a:ea typeface="+mn-ea"/>
              </a:rPr>
              <a:t>取材概要</a:t>
            </a:r>
          </a:p>
        </p:txBody>
      </p:sp>
      <p:sp>
        <p:nvSpPr>
          <p:cNvPr id="4" name="スライド番号プレースホルダー 3">
            <a:extLst>
              <a:ext uri="{FF2B5EF4-FFF2-40B4-BE49-F238E27FC236}">
                <a16:creationId xmlns:a16="http://schemas.microsoft.com/office/drawing/2014/main" id="{B9E5D79E-9B79-05A9-EA3D-918579595ED5}"/>
              </a:ext>
            </a:extLst>
          </p:cNvPr>
          <p:cNvSpPr>
            <a:spLocks noGrp="1"/>
          </p:cNvSpPr>
          <p:nvPr>
            <p:ph type="sldNum" idx="13"/>
          </p:nvPr>
        </p:nvSpPr>
        <p:spPr/>
        <p:txBody>
          <a:bodyPr/>
          <a:lstStyle/>
          <a:p>
            <a:fld id="{00000000-1234-1234-1234-123412341234}" type="slidenum">
              <a:rPr lang="en-US" altLang="ja-JP" smtClean="0">
                <a:latin typeface="+mn-ea"/>
                <a:ea typeface="+mn-ea"/>
              </a:rPr>
              <a:pPr/>
              <a:t>23</a:t>
            </a:fld>
            <a:endParaRPr lang="ja-JP" altLang="en-US" dirty="0">
              <a:latin typeface="+mn-ea"/>
              <a:ea typeface="+mn-ea"/>
            </a:endParaRPr>
          </a:p>
        </p:txBody>
      </p:sp>
      <p:graphicFrame>
        <p:nvGraphicFramePr>
          <p:cNvPr id="9" name="表 8">
            <a:extLst>
              <a:ext uri="{FF2B5EF4-FFF2-40B4-BE49-F238E27FC236}">
                <a16:creationId xmlns:a16="http://schemas.microsoft.com/office/drawing/2014/main" id="{B85EAFA1-EA00-BB25-87C9-B2ACB54C0CDE}"/>
              </a:ext>
            </a:extLst>
          </p:cNvPr>
          <p:cNvGraphicFramePr>
            <a:graphicFrameLocks/>
          </p:cNvGraphicFramePr>
          <p:nvPr>
            <p:extLst>
              <p:ext uri="{D42A27DB-BD31-4B8C-83A1-F6EECF244321}">
                <p14:modId xmlns:p14="http://schemas.microsoft.com/office/powerpoint/2010/main" val="3146572286"/>
              </p:ext>
            </p:extLst>
          </p:nvPr>
        </p:nvGraphicFramePr>
        <p:xfrm>
          <a:off x="839788" y="4573492"/>
          <a:ext cx="10209211" cy="1539442"/>
        </p:xfrm>
        <a:graphic>
          <a:graphicData uri="http://schemas.openxmlformats.org/drawingml/2006/table">
            <a:tbl>
              <a:tblPr firstRow="1" bandRow="1">
                <a:tableStyleId>{2D5ABB26-0587-4C30-8999-92F81FD0307C}</a:tableStyleId>
              </a:tblPr>
              <a:tblGrid>
                <a:gridCol w="2143308">
                  <a:extLst>
                    <a:ext uri="{9D8B030D-6E8A-4147-A177-3AD203B41FA5}">
                      <a16:colId xmlns:a16="http://schemas.microsoft.com/office/drawing/2014/main" val="4093079812"/>
                    </a:ext>
                  </a:extLst>
                </a:gridCol>
                <a:gridCol w="8065903">
                  <a:extLst>
                    <a:ext uri="{9D8B030D-6E8A-4147-A177-3AD203B41FA5}">
                      <a16:colId xmlns:a16="http://schemas.microsoft.com/office/drawing/2014/main" val="966783885"/>
                    </a:ext>
                  </a:extLst>
                </a:gridCol>
              </a:tblGrid>
              <a:tr h="630393">
                <a:tc>
                  <a:txBody>
                    <a:bodyPr/>
                    <a:lstStyle/>
                    <a:p>
                      <a:pPr algn="l"/>
                      <a:r>
                        <a:rPr kumimoji="1" lang="ja-JP" altLang="en-US" sz="1800" b="1" dirty="0">
                          <a:gradFill>
                            <a:gsLst>
                              <a:gs pos="0">
                                <a:schemeClr val="accent1"/>
                              </a:gs>
                              <a:gs pos="100000">
                                <a:schemeClr val="accent2"/>
                              </a:gs>
                            </a:gsLst>
                            <a:lin ang="5400000" scaled="1"/>
                          </a:gradFill>
                        </a:rPr>
                        <a:t>日時</a:t>
                      </a:r>
                      <a:endParaRPr kumimoji="1" lang="ja-JP" altLang="en-US" sz="1800" b="1" i="0" dirty="0">
                        <a:gradFill>
                          <a:gsLst>
                            <a:gs pos="0">
                              <a:schemeClr val="accent1"/>
                            </a:gs>
                            <a:gs pos="100000">
                              <a:schemeClr val="accent2"/>
                            </a:gs>
                          </a:gsLst>
                          <a:lin ang="5400000" scaled="1"/>
                        </a:gradFill>
                        <a:latin typeface="Yu Gothic" panose="020B0400000000000000" pitchFamily="34" charset="-128"/>
                        <a:ea typeface="Yu Gothic" panose="020B0400000000000000" pitchFamily="34" charset="-128"/>
                      </a:endParaRPr>
                    </a:p>
                  </a:txBody>
                  <a:tcPr anchor="ctr">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800" b="1" dirty="0">
                          <a:solidFill>
                            <a:schemeClr val="tx1"/>
                          </a:solidFill>
                        </a:rPr>
                        <a:t>2023</a:t>
                      </a:r>
                      <a:r>
                        <a:rPr kumimoji="1" lang="ja-JP" altLang="en-US" sz="1800" b="1" dirty="0">
                          <a:solidFill>
                            <a:schemeClr val="tx1"/>
                          </a:solidFill>
                        </a:rPr>
                        <a:t>年</a:t>
                      </a:r>
                      <a:r>
                        <a:rPr kumimoji="1" lang="en-US" altLang="ja-JP" sz="1800" b="1" dirty="0">
                          <a:solidFill>
                            <a:schemeClr val="tx1"/>
                          </a:solidFill>
                        </a:rPr>
                        <a:t>2</a:t>
                      </a:r>
                      <a:r>
                        <a:rPr kumimoji="1" lang="ja-JP" altLang="en-US" sz="1800" b="1" dirty="0">
                          <a:solidFill>
                            <a:schemeClr val="tx1"/>
                          </a:solidFill>
                        </a:rPr>
                        <a:t>月中を予定</a:t>
                      </a:r>
                      <a:endParaRPr kumimoji="1" lang="ja-JP" altLang="en-US" sz="1800" b="1" i="0" dirty="0">
                        <a:solidFill>
                          <a:schemeClr val="tx1"/>
                        </a:solidFill>
                        <a:latin typeface="Yu Gothic" panose="020B0400000000000000" pitchFamily="34" charset="-128"/>
                        <a:ea typeface="Yu Gothic" panose="020B0400000000000000" pitchFamily="34" charset="-128"/>
                      </a:endParaRPr>
                    </a:p>
                  </a:txBody>
                  <a:tcPr anchor="ctr">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40484030"/>
                  </a:ext>
                </a:extLst>
              </a:tr>
              <a:tr h="909049">
                <a:tc>
                  <a:txBody>
                    <a:bodyPr/>
                    <a:lstStyle/>
                    <a:p>
                      <a:pPr algn="l"/>
                      <a:r>
                        <a:rPr kumimoji="1" lang="ja-JP" altLang="en-US" sz="1800" b="1" dirty="0">
                          <a:gradFill>
                            <a:gsLst>
                              <a:gs pos="0">
                                <a:schemeClr val="accent1"/>
                              </a:gs>
                              <a:gs pos="100000">
                                <a:schemeClr val="accent2"/>
                              </a:gs>
                            </a:gsLst>
                            <a:lin ang="5400000" scaled="1"/>
                          </a:gradFill>
                        </a:rPr>
                        <a:t>場所</a:t>
                      </a:r>
                      <a:endParaRPr kumimoji="1" lang="ja-JP" altLang="en-US" sz="1800" b="1" i="0" dirty="0">
                        <a:gradFill>
                          <a:gsLst>
                            <a:gs pos="0">
                              <a:schemeClr val="accent1"/>
                            </a:gs>
                            <a:gs pos="100000">
                              <a:schemeClr val="accent2"/>
                            </a:gs>
                          </a:gsLst>
                          <a:lin ang="5400000" scaled="1"/>
                        </a:gradFill>
                        <a:latin typeface="Yu Gothic" panose="020B0400000000000000" pitchFamily="34" charset="-128"/>
                        <a:ea typeface="Yu Gothic" panose="020B0400000000000000" pitchFamily="34" charset="-128"/>
                      </a:endParaRPr>
                    </a:p>
                  </a:txBody>
                  <a:tcPr anchor="ctr">
                    <a:lnT w="6350" cap="flat" cmpd="sng" algn="ctr">
                      <a:solidFill>
                        <a:schemeClr val="bg1">
                          <a:lumMod val="75000"/>
                        </a:schemeClr>
                      </a:solidFill>
                      <a:prstDash val="solid"/>
                      <a:round/>
                      <a:headEnd type="none" w="med" len="med"/>
                      <a:tailEnd type="none" w="med" len="med"/>
                    </a:lnT>
                  </a:tcPr>
                </a:tc>
                <a:tc>
                  <a:txBody>
                    <a:bodyPr/>
                    <a:lstStyle/>
                    <a:p>
                      <a:r>
                        <a:rPr kumimoji="1" lang="en" altLang="ja-JP" sz="1800" b="1" dirty="0">
                          <a:solidFill>
                            <a:schemeClr val="tx1"/>
                          </a:solidFill>
                        </a:rPr>
                        <a:t>PIVOT</a:t>
                      </a:r>
                      <a:r>
                        <a:rPr kumimoji="1" lang="ja-JP" altLang="en-US" sz="1800" b="1" dirty="0">
                          <a:solidFill>
                            <a:schemeClr val="tx1"/>
                          </a:solidFill>
                        </a:rPr>
                        <a:t>アプリ</a:t>
                      </a:r>
                      <a:r>
                        <a:rPr kumimoji="1" lang="en-US" altLang="ja-JP" sz="1800" b="1" dirty="0">
                          <a:solidFill>
                            <a:schemeClr val="tx1"/>
                          </a:solidFill>
                        </a:rPr>
                        <a:t>&amp;</a:t>
                      </a:r>
                      <a:r>
                        <a:rPr kumimoji="1" lang="en" altLang="ja-JP" sz="1800" b="1" dirty="0">
                          <a:solidFill>
                            <a:schemeClr val="tx1"/>
                          </a:solidFill>
                        </a:rPr>
                        <a:t>PIVOT YouTube</a:t>
                      </a:r>
                      <a:r>
                        <a:rPr kumimoji="1" lang="ja-JP" altLang="en-US" sz="1800" b="1" dirty="0">
                          <a:solidFill>
                            <a:schemeClr val="tx1"/>
                          </a:solidFill>
                        </a:rPr>
                        <a:t>チャンネル</a:t>
                      </a:r>
                    </a:p>
                    <a:p>
                      <a:pPr algn="l"/>
                      <a:endParaRPr kumimoji="1" lang="en-US" altLang="ja-JP" sz="1200" b="1" dirty="0">
                        <a:solidFill>
                          <a:schemeClr val="tx1"/>
                        </a:solidFill>
                      </a:endParaRPr>
                    </a:p>
                    <a:p>
                      <a:pPr algn="l"/>
                      <a:r>
                        <a:rPr kumimoji="1" lang="en-US" altLang="ja-JP" sz="1200" b="1" dirty="0">
                          <a:solidFill>
                            <a:schemeClr val="tx1"/>
                          </a:solidFill>
                        </a:rPr>
                        <a:t>※</a:t>
                      </a:r>
                      <a:r>
                        <a:rPr kumimoji="1" lang="ja-JP" altLang="en-US" sz="1200" b="1" dirty="0">
                          <a:solidFill>
                            <a:schemeClr val="tx1"/>
                          </a:solidFill>
                        </a:rPr>
                        <a:t>どちらも全編無料で配信予定</a:t>
                      </a:r>
                      <a:endParaRPr kumimoji="1" lang="ja-JP" altLang="en-US" sz="2400" b="1" i="0" dirty="0">
                        <a:solidFill>
                          <a:schemeClr val="tx1"/>
                        </a:solidFill>
                        <a:latin typeface="Yu Gothic" panose="020B0400000000000000" pitchFamily="34" charset="-128"/>
                        <a:ea typeface="Yu Gothic" panose="020B0400000000000000" pitchFamily="34" charset="-128"/>
                      </a:endParaRPr>
                    </a:p>
                  </a:txBody>
                  <a:tcPr anchor="ctr">
                    <a:lnT w="635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752253810"/>
                  </a:ext>
                </a:extLst>
              </a:tr>
            </a:tbl>
          </a:graphicData>
        </a:graphic>
      </p:graphicFrame>
      <p:sp>
        <p:nvSpPr>
          <p:cNvPr id="10" name="四角形: 角を丸くする 9">
            <a:extLst>
              <a:ext uri="{FF2B5EF4-FFF2-40B4-BE49-F238E27FC236}">
                <a16:creationId xmlns:a16="http://schemas.microsoft.com/office/drawing/2014/main" id="{8A90652D-D179-DE43-088E-8DEAA0474C1A}"/>
              </a:ext>
            </a:extLst>
          </p:cNvPr>
          <p:cNvSpPr/>
          <p:nvPr/>
        </p:nvSpPr>
        <p:spPr>
          <a:xfrm>
            <a:off x="839789" y="1061407"/>
            <a:ext cx="1624011" cy="431503"/>
          </a:xfrm>
          <a:prstGeom prst="round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t>収録に関して</a:t>
            </a:r>
          </a:p>
        </p:txBody>
      </p:sp>
      <p:sp>
        <p:nvSpPr>
          <p:cNvPr id="11" name="四角形: 角を丸くする 10">
            <a:extLst>
              <a:ext uri="{FF2B5EF4-FFF2-40B4-BE49-F238E27FC236}">
                <a16:creationId xmlns:a16="http://schemas.microsoft.com/office/drawing/2014/main" id="{B466B6AD-73CA-5814-3560-DA61CB575EAD}"/>
              </a:ext>
            </a:extLst>
          </p:cNvPr>
          <p:cNvSpPr/>
          <p:nvPr/>
        </p:nvSpPr>
        <p:spPr>
          <a:xfrm>
            <a:off x="839789" y="4040512"/>
            <a:ext cx="1624011" cy="431503"/>
          </a:xfrm>
          <a:prstGeom prst="round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t>配信に関して</a:t>
            </a:r>
          </a:p>
        </p:txBody>
      </p:sp>
      <p:graphicFrame>
        <p:nvGraphicFramePr>
          <p:cNvPr id="12" name="表 6">
            <a:extLst>
              <a:ext uri="{FF2B5EF4-FFF2-40B4-BE49-F238E27FC236}">
                <a16:creationId xmlns:a16="http://schemas.microsoft.com/office/drawing/2014/main" id="{5B6DA3A0-DBE8-0291-0E3D-3457876BBCFF}"/>
              </a:ext>
            </a:extLst>
          </p:cNvPr>
          <p:cNvGraphicFramePr>
            <a:graphicFrameLocks/>
          </p:cNvGraphicFramePr>
          <p:nvPr>
            <p:extLst>
              <p:ext uri="{D42A27DB-BD31-4B8C-83A1-F6EECF244321}">
                <p14:modId xmlns:p14="http://schemas.microsoft.com/office/powerpoint/2010/main" val="1302682645"/>
              </p:ext>
            </p:extLst>
          </p:nvPr>
        </p:nvGraphicFramePr>
        <p:xfrm>
          <a:off x="839788" y="1492909"/>
          <a:ext cx="10209211" cy="2350958"/>
        </p:xfrm>
        <a:graphic>
          <a:graphicData uri="http://schemas.openxmlformats.org/drawingml/2006/table">
            <a:tbl>
              <a:tblPr firstRow="1" bandRow="1">
                <a:tableStyleId>{2D5ABB26-0587-4C30-8999-92F81FD0307C}</a:tableStyleId>
              </a:tblPr>
              <a:tblGrid>
                <a:gridCol w="2143308">
                  <a:extLst>
                    <a:ext uri="{9D8B030D-6E8A-4147-A177-3AD203B41FA5}">
                      <a16:colId xmlns:a16="http://schemas.microsoft.com/office/drawing/2014/main" val="4093079812"/>
                    </a:ext>
                  </a:extLst>
                </a:gridCol>
                <a:gridCol w="8065903">
                  <a:extLst>
                    <a:ext uri="{9D8B030D-6E8A-4147-A177-3AD203B41FA5}">
                      <a16:colId xmlns:a16="http://schemas.microsoft.com/office/drawing/2014/main" val="966783885"/>
                    </a:ext>
                  </a:extLst>
                </a:gridCol>
              </a:tblGrid>
              <a:tr h="669034">
                <a:tc>
                  <a:txBody>
                    <a:bodyPr/>
                    <a:lstStyle/>
                    <a:p>
                      <a:pPr algn="l"/>
                      <a:r>
                        <a:rPr kumimoji="1" lang="ja-JP" altLang="en-US" sz="1800" b="1" dirty="0">
                          <a:gradFill>
                            <a:gsLst>
                              <a:gs pos="0">
                                <a:schemeClr val="accent1"/>
                              </a:gs>
                              <a:gs pos="100000">
                                <a:schemeClr val="accent2"/>
                              </a:gs>
                            </a:gsLst>
                            <a:lin ang="5400000" scaled="1"/>
                          </a:gradFill>
                        </a:rPr>
                        <a:t>日時</a:t>
                      </a:r>
                      <a:endParaRPr kumimoji="1" lang="ja-JP" altLang="en-US" sz="1800" b="1" i="0" dirty="0">
                        <a:gradFill>
                          <a:gsLst>
                            <a:gs pos="0">
                              <a:schemeClr val="accent1"/>
                            </a:gs>
                            <a:gs pos="100000">
                              <a:schemeClr val="accent2"/>
                            </a:gs>
                          </a:gsLst>
                          <a:lin ang="5400000" scaled="1"/>
                        </a:gradFill>
                        <a:latin typeface="Yu Gothic" panose="020B0400000000000000" pitchFamily="34" charset="-128"/>
                        <a:ea typeface="Yu Gothic" panose="020B0400000000000000" pitchFamily="34" charset="-128"/>
                      </a:endParaRPr>
                    </a:p>
                  </a:txBody>
                  <a:tcPr anchor="ctr">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800" b="1" dirty="0">
                          <a:solidFill>
                            <a:schemeClr val="tx1"/>
                          </a:solidFill>
                        </a:rPr>
                        <a:t>2023</a:t>
                      </a:r>
                      <a:r>
                        <a:rPr kumimoji="1" lang="ja-JP" altLang="en-US" sz="1800" b="1" dirty="0">
                          <a:solidFill>
                            <a:schemeClr val="tx1"/>
                          </a:solidFill>
                        </a:rPr>
                        <a:t>年</a:t>
                      </a:r>
                      <a:r>
                        <a:rPr kumimoji="1" lang="en-US" altLang="ja-JP" sz="1800" b="1" dirty="0">
                          <a:solidFill>
                            <a:schemeClr val="tx1"/>
                          </a:solidFill>
                        </a:rPr>
                        <a:t>1</a:t>
                      </a:r>
                      <a:r>
                        <a:rPr kumimoji="1" lang="ja-JP" altLang="en-US" sz="1800" b="1" dirty="0">
                          <a:solidFill>
                            <a:schemeClr val="tx1"/>
                          </a:solidFill>
                        </a:rPr>
                        <a:t>月</a:t>
                      </a:r>
                      <a:r>
                        <a:rPr kumimoji="1" lang="en-US" altLang="ja-JP" sz="1800" b="1" dirty="0">
                          <a:solidFill>
                            <a:schemeClr val="tx1"/>
                          </a:solidFill>
                        </a:rPr>
                        <a:t>30</a:t>
                      </a:r>
                      <a:r>
                        <a:rPr kumimoji="1" lang="ja-JP" altLang="en-US" sz="1800" b="1" dirty="0">
                          <a:solidFill>
                            <a:schemeClr val="tx1"/>
                          </a:solidFill>
                        </a:rPr>
                        <a:t>日</a:t>
                      </a:r>
                      <a:r>
                        <a:rPr kumimoji="1" lang="en-US" altLang="ja-JP" sz="1800" b="1" dirty="0">
                          <a:solidFill>
                            <a:schemeClr val="tx1"/>
                          </a:solidFill>
                        </a:rPr>
                        <a:t> or 31</a:t>
                      </a:r>
                      <a:r>
                        <a:rPr kumimoji="1" lang="ja-JP" altLang="en-US" sz="1800" b="1" dirty="0">
                          <a:solidFill>
                            <a:schemeClr val="tx1"/>
                          </a:solidFill>
                        </a:rPr>
                        <a:t>日</a:t>
                      </a:r>
                      <a:endParaRPr kumimoji="1" lang="ja-JP" altLang="en-US" sz="1800" b="1" i="0" dirty="0">
                        <a:solidFill>
                          <a:schemeClr val="tx1"/>
                        </a:solidFill>
                        <a:latin typeface="Yu Gothic" panose="020B0400000000000000" pitchFamily="34" charset="-128"/>
                        <a:ea typeface="Yu Gothic" panose="020B0400000000000000" pitchFamily="34" charset="-128"/>
                      </a:endParaRPr>
                    </a:p>
                  </a:txBody>
                  <a:tcPr anchor="ctr">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98179645"/>
                  </a:ext>
                </a:extLst>
              </a:tr>
              <a:tr h="669034">
                <a:tc>
                  <a:txBody>
                    <a:bodyPr/>
                    <a:lstStyle/>
                    <a:p>
                      <a:pPr algn="l"/>
                      <a:r>
                        <a:rPr kumimoji="1" lang="ja-JP" altLang="en-US" sz="1800" b="1" dirty="0">
                          <a:gradFill>
                            <a:gsLst>
                              <a:gs pos="0">
                                <a:schemeClr val="accent1"/>
                              </a:gs>
                              <a:gs pos="100000">
                                <a:schemeClr val="accent2"/>
                              </a:gs>
                            </a:gsLst>
                            <a:lin ang="5400000" scaled="1"/>
                          </a:gradFill>
                        </a:rPr>
                        <a:t>収録時間</a:t>
                      </a:r>
                      <a:endParaRPr kumimoji="1" lang="ja-JP" altLang="en-US" sz="1800" b="1" i="0" dirty="0">
                        <a:gradFill>
                          <a:gsLst>
                            <a:gs pos="0">
                              <a:schemeClr val="accent1"/>
                            </a:gs>
                            <a:gs pos="100000">
                              <a:schemeClr val="accent2"/>
                            </a:gs>
                          </a:gsLst>
                          <a:lin ang="5400000" scaled="1"/>
                        </a:gradFill>
                        <a:latin typeface="Yu Gothic" panose="020B0400000000000000" pitchFamily="34" charset="-128"/>
                        <a:ea typeface="Yu Gothic" panose="020B0400000000000000" pitchFamily="34" charset="-128"/>
                      </a:endParaRPr>
                    </a:p>
                  </a:txBody>
                  <a:tcPr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800" b="1" dirty="0">
                          <a:solidFill>
                            <a:schemeClr val="tx1"/>
                          </a:solidFill>
                        </a:rPr>
                        <a:t>17</a:t>
                      </a:r>
                      <a:r>
                        <a:rPr kumimoji="1" lang="ja-JP" altLang="en-US" sz="1800" b="1" dirty="0">
                          <a:solidFill>
                            <a:schemeClr val="tx1"/>
                          </a:solidFill>
                        </a:rPr>
                        <a:t>時</a:t>
                      </a:r>
                      <a:r>
                        <a:rPr kumimoji="1" lang="en-US" altLang="ja-JP" sz="1800" b="1" dirty="0">
                          <a:solidFill>
                            <a:schemeClr val="tx1"/>
                          </a:solidFill>
                        </a:rPr>
                        <a:t>〜18</a:t>
                      </a:r>
                      <a:r>
                        <a:rPr kumimoji="1" lang="ja-JP" altLang="en-US" sz="1800" b="1" dirty="0">
                          <a:solidFill>
                            <a:schemeClr val="tx1"/>
                          </a:solidFill>
                        </a:rPr>
                        <a:t>時の</a:t>
                      </a:r>
                      <a:r>
                        <a:rPr kumimoji="1" lang="en-US" altLang="ja-JP" sz="1800" b="1" dirty="0">
                          <a:solidFill>
                            <a:schemeClr val="tx1"/>
                          </a:solidFill>
                        </a:rPr>
                        <a:t>1</a:t>
                      </a:r>
                      <a:r>
                        <a:rPr kumimoji="1" lang="ja-JP" altLang="en-US" sz="1800" b="1" dirty="0">
                          <a:solidFill>
                            <a:schemeClr val="tx1"/>
                          </a:solidFill>
                        </a:rPr>
                        <a:t>時間予定</a:t>
                      </a:r>
                      <a:endParaRPr kumimoji="1" lang="ja-JP" altLang="en-US" sz="1800" b="1" i="0" dirty="0">
                        <a:solidFill>
                          <a:schemeClr val="tx1"/>
                        </a:solidFill>
                        <a:latin typeface="Yu Gothic" panose="020B0400000000000000" pitchFamily="34" charset="-128"/>
                        <a:ea typeface="Yu Gothic" panose="020B0400000000000000" pitchFamily="34" charset="-128"/>
                      </a:endParaRPr>
                    </a:p>
                  </a:txBody>
                  <a:tcPr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6756717"/>
                  </a:ext>
                </a:extLst>
              </a:tr>
              <a:tr h="1012890">
                <a:tc>
                  <a:txBody>
                    <a:bodyPr/>
                    <a:lstStyle/>
                    <a:p>
                      <a:pPr algn="l"/>
                      <a:r>
                        <a:rPr kumimoji="1" lang="ja-JP" altLang="en-US" sz="1800" b="1" dirty="0">
                          <a:gradFill>
                            <a:gsLst>
                              <a:gs pos="0">
                                <a:schemeClr val="accent1"/>
                              </a:gs>
                              <a:gs pos="100000">
                                <a:schemeClr val="accent2"/>
                              </a:gs>
                            </a:gsLst>
                            <a:lin ang="5400000" scaled="1"/>
                          </a:gradFill>
                        </a:rPr>
                        <a:t>場所</a:t>
                      </a:r>
                      <a:endParaRPr kumimoji="1" lang="ja-JP" altLang="en-US" sz="1800" b="1" i="0" dirty="0">
                        <a:gradFill>
                          <a:gsLst>
                            <a:gs pos="0">
                              <a:schemeClr val="accent1"/>
                            </a:gs>
                            <a:gs pos="100000">
                              <a:schemeClr val="accent2"/>
                            </a:gs>
                          </a:gsLst>
                          <a:lin ang="5400000" scaled="1"/>
                        </a:gradFill>
                        <a:latin typeface="Yu Gothic" panose="020B0400000000000000" pitchFamily="34" charset="-128"/>
                        <a:ea typeface="Yu Gothic" panose="020B0400000000000000" pitchFamily="34" charset="-128"/>
                      </a:endParaRPr>
                    </a:p>
                  </a:txBody>
                  <a:tcPr anchor="ctr">
                    <a:lnT w="6350" cap="flat" cmpd="sng" algn="ctr">
                      <a:solidFill>
                        <a:schemeClr val="bg1">
                          <a:lumMod val="7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800" b="1" dirty="0">
                          <a:solidFill>
                            <a:schemeClr val="tx1"/>
                          </a:solidFill>
                        </a:rPr>
                        <a:t>City Camp@</a:t>
                      </a:r>
                      <a:r>
                        <a:rPr kumimoji="1" lang="ja-JP" altLang="en-US" sz="1800" b="1" dirty="0">
                          <a:solidFill>
                            <a:schemeClr val="tx1"/>
                          </a:solidFill>
                        </a:rPr>
                        <a:t>恵比寿</a:t>
                      </a:r>
                      <a:r>
                        <a:rPr kumimoji="1" lang="en-US" altLang="ja-JP" sz="1800" b="1" dirty="0">
                          <a:solidFill>
                            <a:schemeClr val="tx1"/>
                          </a:solidFill>
                        </a:rPr>
                        <a:t> </a:t>
                      </a:r>
                      <a:r>
                        <a:rPr kumimoji="1" lang="ja-JP" altLang="en-US" sz="1800" b="1" dirty="0">
                          <a:solidFill>
                            <a:schemeClr val="tx1"/>
                          </a:solidFill>
                        </a:rPr>
                        <a:t>等を予定</a:t>
                      </a:r>
                      <a:endParaRPr kumimoji="1" lang="en-US" altLang="ja-JP" sz="18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1" lang="en-US" altLang="ja-JP" sz="12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b="1" dirty="0">
                          <a:solidFill>
                            <a:schemeClr val="tx1"/>
                          </a:solidFill>
                          <a:hlinkClick r:id="rId2"/>
                        </a:rPr>
                        <a:t>https://citycamp.co.jp/</a:t>
                      </a:r>
                      <a:endParaRPr kumimoji="1" lang="en-US" altLang="ja-JP" sz="12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b="1" dirty="0">
                          <a:solidFill>
                            <a:schemeClr val="tx1"/>
                          </a:solidFill>
                        </a:rPr>
                        <a:t>その他可能な日程、場所をご相談させて頂ければ幸いです。</a:t>
                      </a:r>
                      <a:endParaRPr kumimoji="1" lang="en-US" altLang="ja-JP" sz="600" b="1" i="0" dirty="0">
                        <a:solidFill>
                          <a:schemeClr val="tx1"/>
                        </a:solidFill>
                        <a:latin typeface="Yu Gothic" panose="020B0400000000000000" pitchFamily="34" charset="-128"/>
                        <a:ea typeface="Yu Gothic" panose="020B0400000000000000" pitchFamily="34" charset="-128"/>
                      </a:endParaRPr>
                    </a:p>
                  </a:txBody>
                  <a:tcPr anchor="ctr">
                    <a:lnT w="635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657782780"/>
                  </a:ext>
                </a:extLst>
              </a:tr>
            </a:tbl>
          </a:graphicData>
        </a:graphic>
      </p:graphicFrame>
    </p:spTree>
    <p:extLst>
      <p:ext uri="{BB962C8B-B14F-4D97-AF65-F5344CB8AC3E}">
        <p14:creationId xmlns:p14="http://schemas.microsoft.com/office/powerpoint/2010/main" val="699443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二等辺三角形 17">
            <a:extLst>
              <a:ext uri="{FF2B5EF4-FFF2-40B4-BE49-F238E27FC236}">
                <a16:creationId xmlns:a16="http://schemas.microsoft.com/office/drawing/2014/main" id="{A0051F9A-FAD2-1560-33BD-F717A7673E1F}"/>
              </a:ext>
            </a:extLst>
          </p:cNvPr>
          <p:cNvSpPr/>
          <p:nvPr/>
        </p:nvSpPr>
        <p:spPr>
          <a:xfrm rot="10800000">
            <a:off x="2687109" y="3640667"/>
            <a:ext cx="289982" cy="289982"/>
          </a:xfrm>
          <a:prstGeom prst="triangle">
            <a:avLst/>
          </a:prstGeom>
          <a:solidFill>
            <a:schemeClr val="accent2"/>
          </a:solid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endParaRPr kumimoji="1" lang="ja-JP" altLang="en-US" sz="1800" spc="110" dirty="0"/>
          </a:p>
        </p:txBody>
      </p:sp>
      <p:sp>
        <p:nvSpPr>
          <p:cNvPr id="19" name="二等辺三角形 18">
            <a:extLst>
              <a:ext uri="{FF2B5EF4-FFF2-40B4-BE49-F238E27FC236}">
                <a16:creationId xmlns:a16="http://schemas.microsoft.com/office/drawing/2014/main" id="{7D79EC94-28B1-5A82-BCAA-849741F7B9A0}"/>
              </a:ext>
            </a:extLst>
          </p:cNvPr>
          <p:cNvSpPr/>
          <p:nvPr/>
        </p:nvSpPr>
        <p:spPr>
          <a:xfrm rot="10800000">
            <a:off x="5951010" y="3640667"/>
            <a:ext cx="289982" cy="289982"/>
          </a:xfrm>
          <a:prstGeom prst="triangle">
            <a:avLst/>
          </a:prstGeom>
          <a:solidFill>
            <a:schemeClr val="accent2"/>
          </a:solid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endParaRPr kumimoji="1" lang="ja-JP" altLang="en-US" sz="1800" spc="110" dirty="0"/>
          </a:p>
        </p:txBody>
      </p:sp>
      <p:sp>
        <p:nvSpPr>
          <p:cNvPr id="20" name="二等辺三角形 19">
            <a:extLst>
              <a:ext uri="{FF2B5EF4-FFF2-40B4-BE49-F238E27FC236}">
                <a16:creationId xmlns:a16="http://schemas.microsoft.com/office/drawing/2014/main" id="{71BA089A-85B0-A7DA-01B3-35E9F1D019A9}"/>
              </a:ext>
            </a:extLst>
          </p:cNvPr>
          <p:cNvSpPr/>
          <p:nvPr/>
        </p:nvSpPr>
        <p:spPr>
          <a:xfrm rot="10800000">
            <a:off x="9214910" y="3640667"/>
            <a:ext cx="289982" cy="289982"/>
          </a:xfrm>
          <a:prstGeom prst="triangle">
            <a:avLst/>
          </a:prstGeom>
          <a:solidFill>
            <a:schemeClr val="accent2"/>
          </a:solid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endParaRPr kumimoji="1" lang="ja-JP" altLang="en-US" sz="1800" spc="110" dirty="0"/>
          </a:p>
        </p:txBody>
      </p:sp>
      <p:sp>
        <p:nvSpPr>
          <p:cNvPr id="2" name="テキスト プレースホルダー 1">
            <a:extLst>
              <a:ext uri="{FF2B5EF4-FFF2-40B4-BE49-F238E27FC236}">
                <a16:creationId xmlns:a16="http://schemas.microsoft.com/office/drawing/2014/main" id="{B15594A6-C7E1-33D9-9510-728E0864CA75}"/>
              </a:ext>
            </a:extLst>
          </p:cNvPr>
          <p:cNvSpPr>
            <a:spLocks noGrp="1"/>
          </p:cNvSpPr>
          <p:nvPr>
            <p:ph type="body" sz="quarter" idx="11"/>
          </p:nvPr>
        </p:nvSpPr>
        <p:spPr/>
        <p:txBody>
          <a:bodyPr/>
          <a:lstStyle/>
          <a:p>
            <a:r>
              <a:rPr lang="ja-JP" altLang="en-US" dirty="0">
                <a:latin typeface="+mn-ea"/>
                <a:ea typeface="+mn-ea"/>
              </a:rPr>
              <a:t>スケジュール</a:t>
            </a:r>
          </a:p>
        </p:txBody>
      </p:sp>
      <p:sp>
        <p:nvSpPr>
          <p:cNvPr id="4" name="スライド番号プレースホルダー 3">
            <a:extLst>
              <a:ext uri="{FF2B5EF4-FFF2-40B4-BE49-F238E27FC236}">
                <a16:creationId xmlns:a16="http://schemas.microsoft.com/office/drawing/2014/main" id="{B9E5D79E-9B79-05A9-EA3D-918579595ED5}"/>
              </a:ext>
            </a:extLst>
          </p:cNvPr>
          <p:cNvSpPr>
            <a:spLocks noGrp="1"/>
          </p:cNvSpPr>
          <p:nvPr>
            <p:ph type="sldNum" idx="13"/>
          </p:nvPr>
        </p:nvSpPr>
        <p:spPr/>
        <p:txBody>
          <a:bodyPr/>
          <a:lstStyle/>
          <a:p>
            <a:fld id="{00000000-1234-1234-1234-123412341234}" type="slidenum">
              <a:rPr lang="en-US" altLang="ja-JP" smtClean="0">
                <a:latin typeface="+mn-ea"/>
                <a:ea typeface="+mn-ea"/>
              </a:rPr>
              <a:pPr/>
              <a:t>24</a:t>
            </a:fld>
            <a:endParaRPr lang="ja-JP" altLang="en-US" dirty="0">
              <a:latin typeface="+mn-ea"/>
              <a:ea typeface="+mn-ea"/>
            </a:endParaRPr>
          </a:p>
        </p:txBody>
      </p:sp>
      <p:cxnSp>
        <p:nvCxnSpPr>
          <p:cNvPr id="5" name="直線矢印コネクタ 4">
            <a:extLst>
              <a:ext uri="{FF2B5EF4-FFF2-40B4-BE49-F238E27FC236}">
                <a16:creationId xmlns:a16="http://schemas.microsoft.com/office/drawing/2014/main" id="{FAE487D2-7335-94AA-BAA9-1B190809B78E}"/>
              </a:ext>
            </a:extLst>
          </p:cNvPr>
          <p:cNvCxnSpPr>
            <a:cxnSpLocks/>
          </p:cNvCxnSpPr>
          <p:nvPr/>
        </p:nvCxnSpPr>
        <p:spPr>
          <a:xfrm>
            <a:off x="93133" y="4318000"/>
            <a:ext cx="11095567" cy="0"/>
          </a:xfrm>
          <a:prstGeom prst="straightConnector1">
            <a:avLst/>
          </a:prstGeom>
          <a:ln w="57150" cap="rnd">
            <a:gradFill>
              <a:gsLst>
                <a:gs pos="0">
                  <a:schemeClr val="accent1"/>
                </a:gs>
                <a:gs pos="100000">
                  <a:schemeClr val="accent2"/>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7" name="楕円 6">
            <a:extLst>
              <a:ext uri="{FF2B5EF4-FFF2-40B4-BE49-F238E27FC236}">
                <a16:creationId xmlns:a16="http://schemas.microsoft.com/office/drawing/2014/main" id="{C9D31267-6EE0-30BD-A957-5CEDA7A333A5}"/>
              </a:ext>
            </a:extLst>
          </p:cNvPr>
          <p:cNvSpPr/>
          <p:nvPr/>
        </p:nvSpPr>
        <p:spPr>
          <a:xfrm>
            <a:off x="2719918" y="4205818"/>
            <a:ext cx="224364" cy="224364"/>
          </a:xfrm>
          <a:prstGeom prst="ellipse">
            <a:avLst/>
          </a:prstGeom>
          <a:solidFill>
            <a:schemeClr val="bg1"/>
          </a:solidFill>
          <a:ln w="57150" cap="rnd">
            <a:gradFill>
              <a:gsLst>
                <a:gs pos="0">
                  <a:schemeClr val="accent1"/>
                </a:gs>
                <a:gs pos="100000">
                  <a:schemeClr val="accent2"/>
                </a:gs>
              </a:gsLst>
              <a:lin ang="5400000" scaled="1"/>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endParaRPr kumimoji="1" lang="ja-JP" altLang="en-US" sz="1800" spc="110" dirty="0"/>
          </a:p>
        </p:txBody>
      </p:sp>
      <p:sp>
        <p:nvSpPr>
          <p:cNvPr id="8" name="楕円 7">
            <a:extLst>
              <a:ext uri="{FF2B5EF4-FFF2-40B4-BE49-F238E27FC236}">
                <a16:creationId xmlns:a16="http://schemas.microsoft.com/office/drawing/2014/main" id="{A5E50F69-031D-5EBA-D20A-7A3D7B2B0564}"/>
              </a:ext>
            </a:extLst>
          </p:cNvPr>
          <p:cNvSpPr/>
          <p:nvPr/>
        </p:nvSpPr>
        <p:spPr>
          <a:xfrm>
            <a:off x="5983819" y="4205818"/>
            <a:ext cx="224364" cy="224364"/>
          </a:xfrm>
          <a:prstGeom prst="ellipse">
            <a:avLst/>
          </a:prstGeom>
          <a:solidFill>
            <a:schemeClr val="bg1"/>
          </a:solidFill>
          <a:ln w="57150" cap="rnd">
            <a:gradFill>
              <a:gsLst>
                <a:gs pos="0">
                  <a:schemeClr val="accent1"/>
                </a:gs>
                <a:gs pos="100000">
                  <a:schemeClr val="accent2"/>
                </a:gs>
              </a:gsLst>
              <a:lin ang="5400000" scaled="1"/>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endParaRPr kumimoji="1" lang="ja-JP" altLang="en-US" sz="1800" spc="110" dirty="0"/>
          </a:p>
        </p:txBody>
      </p:sp>
      <p:sp>
        <p:nvSpPr>
          <p:cNvPr id="13" name="楕円 12">
            <a:extLst>
              <a:ext uri="{FF2B5EF4-FFF2-40B4-BE49-F238E27FC236}">
                <a16:creationId xmlns:a16="http://schemas.microsoft.com/office/drawing/2014/main" id="{1A9E4749-843D-A11D-D116-B0EB8C1806D3}"/>
              </a:ext>
            </a:extLst>
          </p:cNvPr>
          <p:cNvSpPr/>
          <p:nvPr/>
        </p:nvSpPr>
        <p:spPr>
          <a:xfrm>
            <a:off x="9247719" y="4205818"/>
            <a:ext cx="224364" cy="224364"/>
          </a:xfrm>
          <a:prstGeom prst="ellipse">
            <a:avLst/>
          </a:prstGeom>
          <a:solidFill>
            <a:schemeClr val="bg1"/>
          </a:solidFill>
          <a:ln w="57150" cap="rnd">
            <a:gradFill>
              <a:gsLst>
                <a:gs pos="0">
                  <a:schemeClr val="accent1"/>
                </a:gs>
                <a:gs pos="100000">
                  <a:schemeClr val="accent2"/>
                </a:gs>
              </a:gsLst>
              <a:lin ang="5400000" scaled="1"/>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endParaRPr kumimoji="1" lang="ja-JP" altLang="en-US" sz="1800" spc="110" dirty="0"/>
          </a:p>
        </p:txBody>
      </p:sp>
      <p:sp>
        <p:nvSpPr>
          <p:cNvPr id="15" name="楕円 14">
            <a:extLst>
              <a:ext uri="{FF2B5EF4-FFF2-40B4-BE49-F238E27FC236}">
                <a16:creationId xmlns:a16="http://schemas.microsoft.com/office/drawing/2014/main" id="{C1807CF4-2F8E-29AD-5B73-CB4EE937E591}"/>
              </a:ext>
            </a:extLst>
          </p:cNvPr>
          <p:cNvSpPr/>
          <p:nvPr/>
        </p:nvSpPr>
        <p:spPr>
          <a:xfrm>
            <a:off x="2048933" y="2163233"/>
            <a:ext cx="1566334" cy="1566334"/>
          </a:xfrm>
          <a:prstGeom prst="ellipse">
            <a:avLst/>
          </a:prstGeom>
          <a:gradFill>
            <a:gsLst>
              <a:gs pos="0">
                <a:schemeClr val="accent1"/>
              </a:gs>
              <a:gs pos="100000">
                <a:schemeClr val="accent2"/>
              </a:gs>
            </a:gsLst>
            <a:lin ang="5400000" scaled="1"/>
          </a:gradFill>
          <a:ln w="57150" cap="rnd">
            <a:noFill/>
            <a:tailEnd type="arrow"/>
          </a:ln>
        </p:spPr>
        <p:style>
          <a:lnRef idx="1">
            <a:schemeClr val="accent1"/>
          </a:lnRef>
          <a:fillRef idx="0">
            <a:schemeClr val="accent1"/>
          </a:fillRef>
          <a:effectRef idx="0">
            <a:schemeClr val="accent1"/>
          </a:effectRef>
          <a:fontRef idx="minor">
            <a:schemeClr val="tx1"/>
          </a:fontRef>
        </p:style>
        <p:txBody>
          <a:bodyPr wrap="none" rtlCol="0" anchor="ctr"/>
          <a:lstStyle/>
          <a:p>
            <a:pPr algn="ctr">
              <a:lnSpc>
                <a:spcPct val="110000"/>
              </a:lnSpc>
            </a:pPr>
            <a:r>
              <a:rPr lang="ja-JP" altLang="en-US" sz="2400" b="1" dirty="0">
                <a:solidFill>
                  <a:schemeClr val="bg1"/>
                </a:solidFill>
              </a:rPr>
              <a:t>ご提案</a:t>
            </a:r>
            <a:endParaRPr lang="en-US" altLang="ja-JP" sz="2400" b="1" dirty="0">
              <a:solidFill>
                <a:schemeClr val="bg1"/>
              </a:solidFill>
            </a:endParaRPr>
          </a:p>
          <a:p>
            <a:pPr algn="ctr">
              <a:lnSpc>
                <a:spcPct val="110000"/>
              </a:lnSpc>
            </a:pPr>
            <a:r>
              <a:rPr kumimoji="1" lang="ja-JP" altLang="en-US" sz="1600" spc="110" dirty="0">
                <a:solidFill>
                  <a:schemeClr val="bg1"/>
                </a:solidFill>
              </a:rPr>
              <a:t>（本日）</a:t>
            </a:r>
            <a:endParaRPr kumimoji="1" lang="ja-JP" altLang="en-US" sz="1200" spc="110" dirty="0">
              <a:solidFill>
                <a:schemeClr val="bg1"/>
              </a:solidFill>
            </a:endParaRPr>
          </a:p>
        </p:txBody>
      </p:sp>
      <p:sp>
        <p:nvSpPr>
          <p:cNvPr id="16" name="楕円 15">
            <a:extLst>
              <a:ext uri="{FF2B5EF4-FFF2-40B4-BE49-F238E27FC236}">
                <a16:creationId xmlns:a16="http://schemas.microsoft.com/office/drawing/2014/main" id="{4168864B-592A-6656-AC54-D488594B75E3}"/>
              </a:ext>
            </a:extLst>
          </p:cNvPr>
          <p:cNvSpPr/>
          <p:nvPr/>
        </p:nvSpPr>
        <p:spPr>
          <a:xfrm>
            <a:off x="5312834" y="2163233"/>
            <a:ext cx="1566334" cy="1566334"/>
          </a:xfrm>
          <a:prstGeom prst="ellipse">
            <a:avLst/>
          </a:prstGeom>
          <a:solidFill>
            <a:schemeClr val="bg1"/>
          </a:solidFill>
          <a:ln w="57150" cap="rnd">
            <a:gradFill>
              <a:gsLst>
                <a:gs pos="0">
                  <a:schemeClr val="accent1"/>
                </a:gs>
                <a:gs pos="100000">
                  <a:schemeClr val="accent2"/>
                </a:gs>
              </a:gsLst>
              <a:lin ang="5400000" scaled="1"/>
            </a:gradFill>
            <a:tailEnd type="arrow"/>
          </a:ln>
        </p:spPr>
        <p:style>
          <a:lnRef idx="1">
            <a:schemeClr val="accent1"/>
          </a:lnRef>
          <a:fillRef idx="0">
            <a:schemeClr val="accent1"/>
          </a:fillRef>
          <a:effectRef idx="0">
            <a:schemeClr val="accent1"/>
          </a:effectRef>
          <a:fontRef idx="minor">
            <a:schemeClr val="tx1"/>
          </a:fontRef>
        </p:style>
        <p:txBody>
          <a:bodyPr wrap="none" rtlCol="0" anchor="ctr"/>
          <a:lstStyle/>
          <a:p>
            <a:pPr algn="ctr">
              <a:lnSpc>
                <a:spcPct val="110000"/>
              </a:lnSpc>
            </a:pPr>
            <a:r>
              <a:rPr lang="ja-JP" altLang="en-US" sz="2400" b="1"/>
              <a:t>撮影</a:t>
            </a:r>
            <a:endParaRPr kumimoji="1" lang="ja-JP" altLang="en-US" sz="1800" b="1" spc="110" dirty="0"/>
          </a:p>
        </p:txBody>
      </p:sp>
      <p:sp>
        <p:nvSpPr>
          <p:cNvPr id="17" name="楕円 16">
            <a:extLst>
              <a:ext uri="{FF2B5EF4-FFF2-40B4-BE49-F238E27FC236}">
                <a16:creationId xmlns:a16="http://schemas.microsoft.com/office/drawing/2014/main" id="{A22676C3-F37D-D345-574A-1C8B7EDC9525}"/>
              </a:ext>
            </a:extLst>
          </p:cNvPr>
          <p:cNvSpPr/>
          <p:nvPr/>
        </p:nvSpPr>
        <p:spPr>
          <a:xfrm>
            <a:off x="8576734" y="2163233"/>
            <a:ext cx="1566334" cy="1566334"/>
          </a:xfrm>
          <a:prstGeom prst="ellipse">
            <a:avLst/>
          </a:prstGeom>
          <a:solidFill>
            <a:schemeClr val="bg1"/>
          </a:solidFill>
          <a:ln w="57150" cap="rnd">
            <a:gradFill>
              <a:gsLst>
                <a:gs pos="0">
                  <a:schemeClr val="accent1"/>
                </a:gs>
                <a:gs pos="100000">
                  <a:schemeClr val="accent2"/>
                </a:gs>
              </a:gsLst>
              <a:lin ang="5400000" scaled="1"/>
            </a:gradFill>
            <a:tailEnd type="arrow"/>
          </a:ln>
        </p:spPr>
        <p:style>
          <a:lnRef idx="1">
            <a:schemeClr val="accent1"/>
          </a:lnRef>
          <a:fillRef idx="0">
            <a:schemeClr val="accent1"/>
          </a:fillRef>
          <a:effectRef idx="0">
            <a:schemeClr val="accent1"/>
          </a:effectRef>
          <a:fontRef idx="minor">
            <a:schemeClr val="tx1"/>
          </a:fontRef>
        </p:style>
        <p:txBody>
          <a:bodyPr wrap="none" rtlCol="0" anchor="ctr"/>
          <a:lstStyle/>
          <a:p>
            <a:pPr algn="ctr">
              <a:lnSpc>
                <a:spcPct val="110000"/>
              </a:lnSpc>
            </a:pPr>
            <a:r>
              <a:rPr lang="ja-JP" altLang="en-US" sz="2400" b="1"/>
              <a:t>リリース</a:t>
            </a:r>
            <a:endParaRPr kumimoji="1" lang="ja-JP" altLang="en-US" sz="1800" b="1" spc="110" dirty="0"/>
          </a:p>
        </p:txBody>
      </p:sp>
      <p:sp>
        <p:nvSpPr>
          <p:cNvPr id="21" name="正方形/長方形 20">
            <a:extLst>
              <a:ext uri="{FF2B5EF4-FFF2-40B4-BE49-F238E27FC236}">
                <a16:creationId xmlns:a16="http://schemas.microsoft.com/office/drawing/2014/main" id="{A5E1B59A-577E-E166-F44C-0A7A9A9E35D0}"/>
              </a:ext>
            </a:extLst>
          </p:cNvPr>
          <p:cNvSpPr/>
          <p:nvPr/>
        </p:nvSpPr>
        <p:spPr>
          <a:xfrm>
            <a:off x="2048933" y="1453683"/>
            <a:ext cx="1566334" cy="663577"/>
          </a:xfrm>
          <a:prstGeom prst="rect">
            <a:avLst/>
          </a:prstGeom>
          <a:no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r>
              <a:rPr lang="en-US" altLang="ja-JP" sz="2400" b="1" dirty="0"/>
              <a:t>12</a:t>
            </a:r>
            <a:r>
              <a:rPr lang="ja-JP" altLang="en-US" sz="2400" b="1" dirty="0"/>
              <a:t>月下旬</a:t>
            </a:r>
            <a:endParaRPr kumimoji="1" lang="ja-JP" altLang="en-US" sz="1800" b="1" spc="110" dirty="0"/>
          </a:p>
        </p:txBody>
      </p:sp>
      <p:sp>
        <p:nvSpPr>
          <p:cNvPr id="22" name="正方形/長方形 21">
            <a:extLst>
              <a:ext uri="{FF2B5EF4-FFF2-40B4-BE49-F238E27FC236}">
                <a16:creationId xmlns:a16="http://schemas.microsoft.com/office/drawing/2014/main" id="{BF01FDE0-C352-C0E4-B9A1-31FC6AF6AEB3}"/>
              </a:ext>
            </a:extLst>
          </p:cNvPr>
          <p:cNvSpPr/>
          <p:nvPr/>
        </p:nvSpPr>
        <p:spPr>
          <a:xfrm>
            <a:off x="5312834" y="1453683"/>
            <a:ext cx="1566334" cy="663577"/>
          </a:xfrm>
          <a:prstGeom prst="rect">
            <a:avLst/>
          </a:prstGeom>
          <a:no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r>
              <a:rPr lang="en-US" altLang="ja-JP" sz="2400" b="1"/>
              <a:t>1</a:t>
            </a:r>
            <a:r>
              <a:rPr lang="ja-JP" altLang="en-US" sz="2400" b="1"/>
              <a:t>月下旬</a:t>
            </a:r>
            <a:endParaRPr kumimoji="1" lang="ja-JP" altLang="en-US" sz="1800" b="1" spc="110" dirty="0"/>
          </a:p>
        </p:txBody>
      </p:sp>
      <p:sp>
        <p:nvSpPr>
          <p:cNvPr id="23" name="正方形/長方形 22">
            <a:extLst>
              <a:ext uri="{FF2B5EF4-FFF2-40B4-BE49-F238E27FC236}">
                <a16:creationId xmlns:a16="http://schemas.microsoft.com/office/drawing/2014/main" id="{05598EDE-3F3D-F681-484F-E1CD53F8A5C1}"/>
              </a:ext>
            </a:extLst>
          </p:cNvPr>
          <p:cNvSpPr/>
          <p:nvPr/>
        </p:nvSpPr>
        <p:spPr>
          <a:xfrm>
            <a:off x="8576734" y="1453683"/>
            <a:ext cx="1566334" cy="663577"/>
          </a:xfrm>
          <a:prstGeom prst="rect">
            <a:avLst/>
          </a:prstGeom>
          <a:no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10000"/>
              </a:lnSpc>
            </a:pPr>
            <a:r>
              <a:rPr lang="en-US" altLang="ja-JP" sz="2400" b="1" dirty="0"/>
              <a:t>2</a:t>
            </a:r>
            <a:r>
              <a:rPr lang="ja-JP" altLang="en-US" sz="2400" b="1" dirty="0"/>
              <a:t>月下旬</a:t>
            </a:r>
            <a:endParaRPr kumimoji="1" lang="ja-JP" altLang="en-US" sz="1800" b="1" spc="110" dirty="0"/>
          </a:p>
        </p:txBody>
      </p:sp>
      <p:sp>
        <p:nvSpPr>
          <p:cNvPr id="27" name="正方形/長方形 26">
            <a:extLst>
              <a:ext uri="{FF2B5EF4-FFF2-40B4-BE49-F238E27FC236}">
                <a16:creationId xmlns:a16="http://schemas.microsoft.com/office/drawing/2014/main" id="{0CAC49AA-235E-C246-BC37-2B4AC93DA30C}"/>
              </a:ext>
            </a:extLst>
          </p:cNvPr>
          <p:cNvSpPr/>
          <p:nvPr/>
        </p:nvSpPr>
        <p:spPr>
          <a:xfrm>
            <a:off x="1261533" y="4758734"/>
            <a:ext cx="3141134" cy="663577"/>
          </a:xfrm>
          <a:prstGeom prst="rect">
            <a:avLst/>
          </a:prstGeom>
          <a:no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t"/>
          <a:lstStyle/>
          <a:p>
            <a:pPr algn="ctr">
              <a:lnSpc>
                <a:spcPct val="110000"/>
              </a:lnSpc>
            </a:pPr>
            <a:r>
              <a:rPr lang="ja-JP" altLang="en-US" sz="1200" dirty="0"/>
              <a:t>出演承諾書に</a:t>
            </a:r>
            <a:endParaRPr lang="en-US" altLang="ja-JP" sz="1200" dirty="0"/>
          </a:p>
          <a:p>
            <a:pPr algn="ctr">
              <a:lnSpc>
                <a:spcPct val="110000"/>
              </a:lnSpc>
            </a:pPr>
            <a:r>
              <a:rPr lang="ja-JP" altLang="en-US" sz="1200" dirty="0"/>
              <a:t>記載いただきます</a:t>
            </a:r>
            <a:endParaRPr kumimoji="1" lang="ja-JP" altLang="en-US" sz="1050" spc="110" dirty="0"/>
          </a:p>
        </p:txBody>
      </p:sp>
      <p:sp>
        <p:nvSpPr>
          <p:cNvPr id="28" name="正方形/長方形 27">
            <a:extLst>
              <a:ext uri="{FF2B5EF4-FFF2-40B4-BE49-F238E27FC236}">
                <a16:creationId xmlns:a16="http://schemas.microsoft.com/office/drawing/2014/main" id="{A9F446DC-AEF3-3765-E251-4EEEF1414E34}"/>
              </a:ext>
            </a:extLst>
          </p:cNvPr>
          <p:cNvSpPr/>
          <p:nvPr/>
        </p:nvSpPr>
        <p:spPr>
          <a:xfrm>
            <a:off x="4525434" y="4758734"/>
            <a:ext cx="3141134" cy="663577"/>
          </a:xfrm>
          <a:prstGeom prst="rect">
            <a:avLst/>
          </a:prstGeom>
          <a:no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t"/>
          <a:lstStyle/>
          <a:p>
            <a:pPr algn="ctr">
              <a:lnSpc>
                <a:spcPct val="110000"/>
              </a:lnSpc>
            </a:pPr>
            <a:r>
              <a:rPr lang="ja-JP" altLang="en-US" sz="1200" dirty="0"/>
              <a:t>事前確認はさせて</a:t>
            </a:r>
            <a:endParaRPr lang="en-US" altLang="ja-JP" sz="1200" dirty="0"/>
          </a:p>
          <a:p>
            <a:pPr algn="ctr">
              <a:lnSpc>
                <a:spcPct val="110000"/>
              </a:lnSpc>
            </a:pPr>
            <a:r>
              <a:rPr lang="ja-JP" altLang="en-US" sz="1200" dirty="0"/>
              <a:t>いただいておりません</a:t>
            </a:r>
            <a:endParaRPr kumimoji="1" lang="ja-JP" altLang="en-US" sz="1050" spc="110" dirty="0"/>
          </a:p>
        </p:txBody>
      </p:sp>
      <p:sp>
        <p:nvSpPr>
          <p:cNvPr id="29" name="正方形/長方形 28">
            <a:extLst>
              <a:ext uri="{FF2B5EF4-FFF2-40B4-BE49-F238E27FC236}">
                <a16:creationId xmlns:a16="http://schemas.microsoft.com/office/drawing/2014/main" id="{32247666-4196-EFDF-449D-1A08EABCF3DA}"/>
              </a:ext>
            </a:extLst>
          </p:cNvPr>
          <p:cNvSpPr/>
          <p:nvPr/>
        </p:nvSpPr>
        <p:spPr>
          <a:xfrm>
            <a:off x="7789334" y="4758734"/>
            <a:ext cx="3141134" cy="663577"/>
          </a:xfrm>
          <a:prstGeom prst="rect">
            <a:avLst/>
          </a:prstGeom>
          <a:noFill/>
          <a:ln w="57150" cap="rnd">
            <a:noFill/>
            <a:tailEnd type="arrow"/>
          </a:ln>
        </p:spPr>
        <p:style>
          <a:lnRef idx="1">
            <a:schemeClr val="accent1"/>
          </a:lnRef>
          <a:fillRef idx="0">
            <a:schemeClr val="accent1"/>
          </a:fillRef>
          <a:effectRef idx="0">
            <a:schemeClr val="accent1"/>
          </a:effectRef>
          <a:fontRef idx="minor">
            <a:schemeClr val="tx1"/>
          </a:fontRef>
        </p:style>
        <p:txBody>
          <a:bodyPr rtlCol="0" anchor="t"/>
          <a:lstStyle/>
          <a:p>
            <a:pPr algn="ctr">
              <a:lnSpc>
                <a:spcPct val="110000"/>
              </a:lnSpc>
            </a:pPr>
            <a:r>
              <a:rPr lang="en-US" altLang="ja-JP" sz="1200" dirty="0"/>
              <a:t>PIVOT</a:t>
            </a:r>
            <a:r>
              <a:rPr lang="ja-JP" altLang="en-US" sz="1200" dirty="0"/>
              <a:t>のイベント・広告等に</a:t>
            </a:r>
            <a:endParaRPr lang="en-US" altLang="ja-JP" sz="1200" dirty="0"/>
          </a:p>
          <a:p>
            <a:pPr algn="ctr">
              <a:lnSpc>
                <a:spcPct val="110000"/>
              </a:lnSpc>
            </a:pPr>
            <a:r>
              <a:rPr lang="ja-JP" altLang="en-US" sz="1200" dirty="0"/>
              <a:t>素材として使用させていただく</a:t>
            </a:r>
            <a:endParaRPr lang="en-US" altLang="ja-JP" sz="1200" dirty="0"/>
          </a:p>
          <a:p>
            <a:pPr algn="ctr">
              <a:lnSpc>
                <a:spcPct val="110000"/>
              </a:lnSpc>
            </a:pPr>
            <a:r>
              <a:rPr kumimoji="1" lang="ja-JP" altLang="en-US" sz="1050" spc="110" dirty="0"/>
              <a:t>場合があります</a:t>
            </a:r>
          </a:p>
        </p:txBody>
      </p:sp>
    </p:spTree>
    <p:extLst>
      <p:ext uri="{BB962C8B-B14F-4D97-AF65-F5344CB8AC3E}">
        <p14:creationId xmlns:p14="http://schemas.microsoft.com/office/powerpoint/2010/main" val="3024531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97C6696-0181-A4DB-6ED8-528332F51364}"/>
              </a:ext>
            </a:extLst>
          </p:cNvPr>
          <p:cNvSpPr/>
          <p:nvPr/>
        </p:nvSpPr>
        <p:spPr>
          <a:xfrm>
            <a:off x="1476528" y="2859974"/>
            <a:ext cx="9238944" cy="690898"/>
          </a:xfrm>
          <a:prstGeom prst="rect">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800" spc="110" dirty="0"/>
          </a:p>
        </p:txBody>
      </p:sp>
      <p:sp>
        <p:nvSpPr>
          <p:cNvPr id="4" name="テキスト ボックス 3">
            <a:extLst>
              <a:ext uri="{FF2B5EF4-FFF2-40B4-BE49-F238E27FC236}">
                <a16:creationId xmlns:a16="http://schemas.microsoft.com/office/drawing/2014/main" id="{41C7FF06-33D7-5CD5-93EB-A7448F66D04B}"/>
              </a:ext>
            </a:extLst>
          </p:cNvPr>
          <p:cNvSpPr txBox="1"/>
          <p:nvPr/>
        </p:nvSpPr>
        <p:spPr>
          <a:xfrm>
            <a:off x="603184" y="2854846"/>
            <a:ext cx="10985634" cy="701154"/>
          </a:xfrm>
          <a:prstGeom prst="rect">
            <a:avLst/>
          </a:prstGeom>
          <a:noFill/>
        </p:spPr>
        <p:txBody>
          <a:bodyPr wrap="square">
            <a:spAutoFit/>
          </a:bodyPr>
          <a:lstStyle/>
          <a:p>
            <a:pPr algn="ctr">
              <a:lnSpc>
                <a:spcPct val="120000"/>
              </a:lnSpc>
            </a:pPr>
            <a:r>
              <a:rPr lang="ja-JP" altLang="en-US" sz="3600" b="1" i="0" spc="110" dirty="0">
                <a:solidFill>
                  <a:schemeClr val="tx1"/>
                </a:solidFill>
                <a:effectLst/>
                <a:latin typeface="+mn-ea"/>
                <a:ea typeface="+mn-ea"/>
              </a:rPr>
              <a:t>日本の</a:t>
            </a:r>
            <a:r>
              <a:rPr lang="en-US" altLang="ja-JP" sz="3600" b="1" i="0" spc="110" dirty="0">
                <a:solidFill>
                  <a:schemeClr val="tx1"/>
                </a:solidFill>
                <a:effectLst/>
                <a:latin typeface="+mn-ea"/>
                <a:ea typeface="+mn-ea"/>
              </a:rPr>
              <a:t>30</a:t>
            </a:r>
            <a:r>
              <a:rPr lang="ja-JP" altLang="en-US" sz="3600" b="1" i="0" spc="110" dirty="0">
                <a:solidFill>
                  <a:schemeClr val="tx1"/>
                </a:solidFill>
                <a:effectLst/>
                <a:latin typeface="+mn-ea"/>
                <a:ea typeface="+mn-ea"/>
              </a:rPr>
              <a:t>代のビジネスパーソンに、一歩を</a:t>
            </a:r>
            <a:endParaRPr lang="en-US" altLang="ja-JP" sz="3600" b="1" i="0" spc="110" dirty="0">
              <a:solidFill>
                <a:schemeClr val="tx1"/>
              </a:solidFill>
              <a:effectLst/>
              <a:latin typeface="+mn-ea"/>
              <a:ea typeface="+mn-ea"/>
            </a:endParaRPr>
          </a:p>
        </p:txBody>
      </p:sp>
      <p:sp>
        <p:nvSpPr>
          <p:cNvPr id="5" name="テキスト ボックス 4">
            <a:extLst>
              <a:ext uri="{FF2B5EF4-FFF2-40B4-BE49-F238E27FC236}">
                <a16:creationId xmlns:a16="http://schemas.microsoft.com/office/drawing/2014/main" id="{8F99ED86-C47A-AD12-1288-78ECA30D405C}"/>
              </a:ext>
            </a:extLst>
          </p:cNvPr>
          <p:cNvSpPr txBox="1"/>
          <p:nvPr/>
        </p:nvSpPr>
        <p:spPr>
          <a:xfrm>
            <a:off x="603184" y="3792422"/>
            <a:ext cx="10985634" cy="418320"/>
          </a:xfrm>
          <a:prstGeom prst="rect">
            <a:avLst/>
          </a:prstGeom>
          <a:noFill/>
        </p:spPr>
        <p:txBody>
          <a:bodyPr wrap="square">
            <a:spAutoFit/>
          </a:bodyPr>
          <a:lstStyle/>
          <a:p>
            <a:pPr algn="ctr">
              <a:lnSpc>
                <a:spcPct val="150000"/>
              </a:lnSpc>
            </a:pPr>
            <a:r>
              <a:rPr lang="ja-JP" altLang="en-US" sz="1600" i="0" spc="110" dirty="0">
                <a:solidFill>
                  <a:schemeClr val="tx1"/>
                </a:solidFill>
                <a:effectLst/>
                <a:latin typeface="+mn-ea"/>
                <a:ea typeface="+mn-ea"/>
              </a:rPr>
              <a:t>お力をお貸しいただけますと幸いです</a:t>
            </a:r>
            <a:endParaRPr lang="en-US" altLang="ja-JP" sz="1600" i="0" spc="110" dirty="0">
              <a:solidFill>
                <a:schemeClr val="tx1"/>
              </a:solidFill>
              <a:effectLst/>
              <a:latin typeface="+mn-ea"/>
              <a:ea typeface="+mn-ea"/>
            </a:endParaRPr>
          </a:p>
        </p:txBody>
      </p:sp>
    </p:spTree>
    <p:extLst>
      <p:ext uri="{BB962C8B-B14F-4D97-AF65-F5344CB8AC3E}">
        <p14:creationId xmlns:p14="http://schemas.microsoft.com/office/powerpoint/2010/main" val="2527270052"/>
      </p:ext>
    </p:extLst>
  </p:cSld>
  <p:clrMapOvr>
    <a:masterClrMapping/>
  </p:clrMapOvr>
</p:sld>
</file>

<file path=ppt/theme/theme1.xml><?xml version="1.0" encoding="utf-8"?>
<a:theme xmlns:a="http://schemas.openxmlformats.org/drawingml/2006/main" name="Office テーマ">
  <a:themeElements>
    <a:clrScheme name="PVT">
      <a:dk1>
        <a:srgbClr val="3F3F3F"/>
      </a:dk1>
      <a:lt1>
        <a:srgbClr val="FFFFFF"/>
      </a:lt1>
      <a:dk2>
        <a:srgbClr val="7F7F7F"/>
      </a:dk2>
      <a:lt2>
        <a:srgbClr val="E7E6E6"/>
      </a:lt2>
      <a:accent1>
        <a:srgbClr val="CD1CFA"/>
      </a:accent1>
      <a:accent2>
        <a:srgbClr val="277DC1"/>
      </a:accent2>
      <a:accent3>
        <a:srgbClr val="7F7F7F"/>
      </a:accent3>
      <a:accent4>
        <a:srgbClr val="595959"/>
      </a:accent4>
      <a:accent5>
        <a:srgbClr val="3F3F3F"/>
      </a:accent5>
      <a:accent6>
        <a:srgbClr val="262626"/>
      </a:accent6>
      <a:hlink>
        <a:srgbClr val="0563C1"/>
      </a:hlink>
      <a:folHlink>
        <a:srgbClr val="954F72"/>
      </a:folHlink>
    </a:clrScheme>
    <a:fontScheme name="Noto Sans JP">
      <a:majorFont>
        <a:latin typeface="Noto Sans JP"/>
        <a:ea typeface="Noto Sans JP"/>
        <a:cs typeface=""/>
      </a:majorFont>
      <a:minorFont>
        <a:latin typeface="Noto Sans JP"/>
        <a:ea typeface="Noto Sans JP"/>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50000"/>
            <a:lumOff val="50000"/>
          </a:schemeClr>
        </a:solidFill>
        <a:ln>
          <a:noFill/>
        </a:ln>
      </a:spPr>
      <a:bodyPr rtlCol="0" anchor="ctr"/>
      <a:lstStyle>
        <a:defPPr algn="ctr">
          <a:lnSpc>
            <a:spcPct val="110000"/>
          </a:lnSpc>
          <a:defRPr kumimoji="1" sz="1800" spc="11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a:spAutoFit/>
      </a:bodyPr>
      <a:lstStyle>
        <a:defPPr algn="l">
          <a:lnSpc>
            <a:spcPct val="110000"/>
          </a:lnSpc>
          <a:defRPr sz="2800" b="1" spc="110" dirty="0">
            <a:solidFill>
              <a:schemeClr val="bg1"/>
            </a:solidFill>
            <a:latin typeface="+mn-ea"/>
            <a:ea typeface="+mn-ea"/>
          </a:defRPr>
        </a:defPPr>
      </a:lstStyle>
    </a:txDef>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10606</TotalTime>
  <Words>2230</Words>
  <Application>Microsoft Macintosh PowerPoint</Application>
  <PresentationFormat>ワイド画面</PresentationFormat>
  <Paragraphs>291</Paragraphs>
  <Slides>26</Slides>
  <Notes>12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26</vt:i4>
      </vt:variant>
    </vt:vector>
  </HeadingPairs>
  <TitlesOfParts>
    <vt:vector size="30" baseType="lpstr">
      <vt:lpstr>Noto Sans JP</vt:lpstr>
      <vt:lpstr>Yu Gothic</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『30代キャリア特化型』新番組  「30’s -THIRTIES」（仮）</dc:title>
  <dc:creator>江頭 伸治</dc:creator>
  <cp:lastModifiedBy>Kodama Sotaro</cp:lastModifiedBy>
  <cp:revision>86</cp:revision>
  <dcterms:created xsi:type="dcterms:W3CDTF">2021-09-09T04:58:42Z</dcterms:created>
  <dcterms:modified xsi:type="dcterms:W3CDTF">2026-02-21T05:46:17Z</dcterms:modified>
</cp:coreProperties>
</file>